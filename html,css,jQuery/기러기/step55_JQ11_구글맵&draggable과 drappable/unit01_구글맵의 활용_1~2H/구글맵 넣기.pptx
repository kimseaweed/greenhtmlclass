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40" r:id="rId2"/>
    <p:sldId id="325" r:id="rId3"/>
    <p:sldId id="326" r:id="rId4"/>
    <p:sldId id="341" r:id="rId5"/>
    <p:sldId id="335" r:id="rId6"/>
    <p:sldId id="342" r:id="rId7"/>
    <p:sldId id="343" r:id="rId8"/>
    <p:sldId id="344" r:id="rId9"/>
    <p:sldId id="345" r:id="rId10"/>
    <p:sldId id="338" r:id="rId11"/>
  </p:sldIdLst>
  <p:sldSz cx="16256000" cy="9652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571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1571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1571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1571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1571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1571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1571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1571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1571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14" y="-204"/>
      </p:cViewPr>
      <p:guideLst>
        <p:guide orient="horz" pos="304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9" name="Shape 11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2538800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571390" latinLnBrk="0">
      <a:defRPr sz="1600">
        <a:latin typeface="+mn-lt"/>
        <a:ea typeface="+mn-ea"/>
        <a:cs typeface="+mn-cs"/>
        <a:sym typeface="맑은 고딕"/>
      </a:defRPr>
    </a:lvl1pPr>
    <a:lvl2pPr indent="228600" defTabSz="1571390" latinLnBrk="0">
      <a:defRPr sz="1600">
        <a:latin typeface="+mn-lt"/>
        <a:ea typeface="+mn-ea"/>
        <a:cs typeface="+mn-cs"/>
        <a:sym typeface="맑은 고딕"/>
      </a:defRPr>
    </a:lvl2pPr>
    <a:lvl3pPr indent="457200" defTabSz="1571390" latinLnBrk="0">
      <a:defRPr sz="1600">
        <a:latin typeface="+mn-lt"/>
        <a:ea typeface="+mn-ea"/>
        <a:cs typeface="+mn-cs"/>
        <a:sym typeface="맑은 고딕"/>
      </a:defRPr>
    </a:lvl3pPr>
    <a:lvl4pPr indent="685800" defTabSz="1571390" latinLnBrk="0">
      <a:defRPr sz="1600">
        <a:latin typeface="+mn-lt"/>
        <a:ea typeface="+mn-ea"/>
        <a:cs typeface="+mn-cs"/>
        <a:sym typeface="맑은 고딕"/>
      </a:defRPr>
    </a:lvl4pPr>
    <a:lvl5pPr indent="914400" defTabSz="1571390" latinLnBrk="0">
      <a:defRPr sz="1600">
        <a:latin typeface="+mn-lt"/>
        <a:ea typeface="+mn-ea"/>
        <a:cs typeface="+mn-cs"/>
        <a:sym typeface="맑은 고딕"/>
      </a:defRPr>
    </a:lvl5pPr>
    <a:lvl6pPr indent="1143000" defTabSz="1571390" latinLnBrk="0">
      <a:defRPr sz="1600">
        <a:latin typeface="+mn-lt"/>
        <a:ea typeface="+mn-ea"/>
        <a:cs typeface="+mn-cs"/>
        <a:sym typeface="맑은 고딕"/>
      </a:defRPr>
    </a:lvl6pPr>
    <a:lvl7pPr indent="1371600" defTabSz="1571390" latinLnBrk="0">
      <a:defRPr sz="1600">
        <a:latin typeface="+mn-lt"/>
        <a:ea typeface="+mn-ea"/>
        <a:cs typeface="+mn-cs"/>
        <a:sym typeface="맑은 고딕"/>
      </a:defRPr>
    </a:lvl7pPr>
    <a:lvl8pPr indent="1600200" defTabSz="1571390" latinLnBrk="0">
      <a:defRPr sz="1600">
        <a:latin typeface="+mn-lt"/>
        <a:ea typeface="+mn-ea"/>
        <a:cs typeface="+mn-cs"/>
        <a:sym typeface="맑은 고딕"/>
      </a:defRPr>
    </a:lvl8pPr>
    <a:lvl9pPr indent="1828800" defTabSz="1571390" latinLnBrk="0">
      <a:defRPr sz="1600">
        <a:latin typeface="+mn-lt"/>
        <a:ea typeface="+mn-ea"/>
        <a:cs typeface="+mn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220103" y="3109891"/>
            <a:ext cx="13827789" cy="1942690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2440201" y="5430206"/>
            <a:ext cx="11387592" cy="231612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/>
          </p:nvPr>
        </p:nvSpPr>
        <p:spPr>
          <a:xfrm>
            <a:off x="1285061" y="6118330"/>
            <a:ext cx="13827790" cy="1800028"/>
          </a:xfrm>
          <a:prstGeom prst="rect">
            <a:avLst/>
          </a:prstGeom>
        </p:spPr>
        <p:txBody>
          <a:bodyPr anchor="t"/>
          <a:lstStyle>
            <a:lvl1pPr algn="l">
              <a:defRPr sz="6800" b="1" cap="all"/>
            </a:lvl1pPr>
          </a:lstStyle>
          <a:p>
            <a:r>
              <a:t>제목 텍스트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1285061" y="4135782"/>
            <a:ext cx="13827790" cy="198255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800"/>
              </a:spcBef>
              <a:buSzTx/>
              <a:buFontTx/>
              <a:buNone/>
              <a:defRPr sz="3400">
                <a:solidFill>
                  <a:srgbClr val="888888"/>
                </a:solidFill>
              </a:defRPr>
            </a:lvl1pPr>
            <a:lvl2pPr marL="0" indent="0">
              <a:spcBef>
                <a:spcPts val="800"/>
              </a:spcBef>
              <a:buSzTx/>
              <a:buFontTx/>
              <a:buNone/>
              <a:defRPr sz="3400">
                <a:solidFill>
                  <a:srgbClr val="888888"/>
                </a:solidFill>
              </a:defRPr>
            </a:lvl2pPr>
            <a:lvl3pPr marL="0" indent="0">
              <a:spcBef>
                <a:spcPts val="800"/>
              </a:spcBef>
              <a:buSzTx/>
              <a:buFontTx/>
              <a:buNone/>
              <a:defRPr sz="3400">
                <a:solidFill>
                  <a:srgbClr val="888888"/>
                </a:solidFill>
              </a:defRPr>
            </a:lvl3pPr>
            <a:lvl4pPr marL="0" indent="0">
              <a:spcBef>
                <a:spcPts val="800"/>
              </a:spcBef>
              <a:buSzTx/>
              <a:buFontTx/>
              <a:buNone/>
              <a:defRPr sz="3400">
                <a:solidFill>
                  <a:srgbClr val="888888"/>
                </a:solidFill>
              </a:defRPr>
            </a:lvl4pPr>
            <a:lvl5pPr marL="0" indent="0">
              <a:spcBef>
                <a:spcPts val="800"/>
              </a:spcBef>
              <a:buSzTx/>
              <a:buFontTx/>
              <a:buNone/>
              <a:defRPr sz="3400">
                <a:solidFill>
                  <a:srgbClr val="888888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9" name="Shape 39"/>
          <p:cNvSpPr>
            <a:spLocks noGrp="1"/>
          </p:cNvSpPr>
          <p:nvPr>
            <p:ph type="body" sz="half" idx="1"/>
          </p:nvPr>
        </p:nvSpPr>
        <p:spPr>
          <a:xfrm>
            <a:off x="813402" y="2409180"/>
            <a:ext cx="7185030" cy="5981216"/>
          </a:xfrm>
          <a:prstGeom prst="rect">
            <a:avLst/>
          </a:prstGeom>
        </p:spPr>
        <p:txBody>
          <a:bodyPr/>
          <a:lstStyle>
            <a:lvl1pPr marL="586169" indent="-586169">
              <a:spcBef>
                <a:spcPts val="1100"/>
              </a:spcBef>
              <a:defRPr sz="4800"/>
            </a:lvl1pPr>
            <a:lvl2pPr marL="1153429" indent="-567259">
              <a:spcBef>
                <a:spcPts val="1100"/>
              </a:spcBef>
              <a:defRPr sz="4800"/>
            </a:lvl2pPr>
            <a:lvl3pPr marL="1713420" indent="-541079">
              <a:spcBef>
                <a:spcPts val="1100"/>
              </a:spcBef>
              <a:defRPr sz="4800"/>
            </a:lvl3pPr>
            <a:lvl4pPr marL="2344678" indent="-586170">
              <a:spcBef>
                <a:spcPts val="1100"/>
              </a:spcBef>
              <a:defRPr sz="4800"/>
            </a:lvl4pPr>
            <a:lvl5pPr marL="2930849" indent="-586170">
              <a:spcBef>
                <a:spcPts val="1100"/>
              </a:spcBef>
              <a:defRPr sz="48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Shape 4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sz="quarter" idx="1"/>
          </p:nvPr>
        </p:nvSpPr>
        <p:spPr>
          <a:xfrm>
            <a:off x="813401" y="2323166"/>
            <a:ext cx="7187855" cy="84547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900"/>
              </a:spcBef>
              <a:buSzTx/>
              <a:buFontTx/>
              <a:buNone/>
              <a:defRPr sz="4000" b="1"/>
            </a:lvl1pPr>
            <a:lvl2pPr marL="0" indent="0">
              <a:spcBef>
                <a:spcPts val="900"/>
              </a:spcBef>
              <a:buSzTx/>
              <a:buFontTx/>
              <a:buNone/>
              <a:defRPr sz="4000" b="1"/>
            </a:lvl2pPr>
            <a:lvl3pPr marL="0" indent="0">
              <a:spcBef>
                <a:spcPts val="900"/>
              </a:spcBef>
              <a:buSzTx/>
              <a:buFontTx/>
              <a:buNone/>
              <a:defRPr sz="4000" b="1"/>
            </a:lvl3pPr>
            <a:lvl4pPr marL="0" indent="0">
              <a:spcBef>
                <a:spcPts val="900"/>
              </a:spcBef>
              <a:buSzTx/>
              <a:buFontTx/>
              <a:buNone/>
              <a:defRPr sz="4000" b="1"/>
            </a:lvl4pPr>
            <a:lvl5pPr marL="0" indent="0">
              <a:spcBef>
                <a:spcPts val="900"/>
              </a:spcBef>
              <a:buSzTx/>
              <a:buFontTx/>
              <a:buNone/>
              <a:defRPr sz="4000" b="1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sz="quarter" idx="13"/>
          </p:nvPr>
        </p:nvSpPr>
        <p:spPr>
          <a:xfrm>
            <a:off x="8263914" y="2323166"/>
            <a:ext cx="7190679" cy="845470"/>
          </a:xfrm>
          <a:prstGeom prst="rect">
            <a:avLst/>
          </a:prstGeom>
        </p:spPr>
        <p:txBody>
          <a:bodyPr anchor="b"/>
          <a:lstStyle/>
          <a:p>
            <a:pPr marL="503749" indent="-503749" defTabSz="1367109">
              <a:spcBef>
                <a:spcPts val="1100"/>
              </a:spcBef>
              <a:defRPr sz="4698"/>
            </a:pPr>
            <a:endParaRPr/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title"/>
          </p:nvPr>
        </p:nvSpPr>
        <p:spPr>
          <a:xfrm>
            <a:off x="813404" y="655306"/>
            <a:ext cx="5352056" cy="1535691"/>
          </a:xfrm>
          <a:prstGeom prst="rect">
            <a:avLst/>
          </a:prstGeom>
        </p:spPr>
        <p:txBody>
          <a:bodyPr anchor="b"/>
          <a:lstStyle>
            <a:lvl1pPr algn="l">
              <a:defRPr sz="3400" b="1"/>
            </a:lvl1pPr>
          </a:lstStyle>
          <a:p>
            <a:r>
              <a:t>제목 텍스트</a:t>
            </a:r>
          </a:p>
        </p:txBody>
      </p:sp>
      <p:sp>
        <p:nvSpPr>
          <p:cNvPr id="73" name="Shape 73"/>
          <p:cNvSpPr>
            <a:spLocks noGrp="1"/>
          </p:cNvSpPr>
          <p:nvPr>
            <p:ph type="body" idx="1"/>
          </p:nvPr>
        </p:nvSpPr>
        <p:spPr>
          <a:xfrm>
            <a:off x="6360335" y="655308"/>
            <a:ext cx="9094256" cy="7735089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Shape 74"/>
          <p:cNvSpPr>
            <a:spLocks noGrp="1"/>
          </p:cNvSpPr>
          <p:nvPr>
            <p:ph type="body" sz="half" idx="13"/>
          </p:nvPr>
        </p:nvSpPr>
        <p:spPr>
          <a:xfrm>
            <a:off x="813403" y="2190993"/>
            <a:ext cx="5352058" cy="6199402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hape 7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/>
          </p:cNvSpPr>
          <p:nvPr>
            <p:ph type="title"/>
          </p:nvPr>
        </p:nvSpPr>
        <p:spPr>
          <a:xfrm>
            <a:off x="3188641" y="6638617"/>
            <a:ext cx="9760794" cy="748964"/>
          </a:xfrm>
          <a:prstGeom prst="rect">
            <a:avLst/>
          </a:prstGeom>
        </p:spPr>
        <p:txBody>
          <a:bodyPr anchor="b"/>
          <a:lstStyle>
            <a:lvl1pPr algn="l">
              <a:defRPr sz="3400" b="1"/>
            </a:lvl1pPr>
          </a:lstStyle>
          <a:p>
            <a:r>
              <a:t>제목 텍스트</a:t>
            </a:r>
          </a:p>
        </p:txBody>
      </p:sp>
      <p:sp>
        <p:nvSpPr>
          <p:cNvPr id="83" name="Shape 83"/>
          <p:cNvSpPr>
            <a:spLocks noGrp="1"/>
          </p:cNvSpPr>
          <p:nvPr>
            <p:ph type="pic" sz="half" idx="13"/>
          </p:nvPr>
        </p:nvSpPr>
        <p:spPr>
          <a:xfrm>
            <a:off x="3188641" y="1104266"/>
            <a:ext cx="9760794" cy="54378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/>
          </p:nvPr>
        </p:nvSpPr>
        <p:spPr>
          <a:xfrm>
            <a:off x="3188641" y="7387579"/>
            <a:ext cx="9760794" cy="10636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500"/>
              </a:spcBef>
              <a:buSzTx/>
              <a:buFontTx/>
              <a:buNone/>
              <a:defRPr sz="2400"/>
            </a:lvl1pPr>
            <a:lvl2pPr marL="0" indent="0">
              <a:spcBef>
                <a:spcPts val="500"/>
              </a:spcBef>
              <a:buSzTx/>
              <a:buFontTx/>
              <a:buNone/>
              <a:defRPr sz="2400"/>
            </a:lvl2pPr>
            <a:lvl3pPr marL="0" indent="0">
              <a:spcBef>
                <a:spcPts val="500"/>
              </a:spcBef>
              <a:buSzTx/>
              <a:buFontTx/>
              <a:buNone/>
              <a:defRPr sz="2400"/>
            </a:lvl3pPr>
            <a:lvl4pPr marL="0" indent="0">
              <a:spcBef>
                <a:spcPts val="500"/>
              </a:spcBef>
              <a:buSzTx/>
              <a:buFontTx/>
              <a:buNone/>
              <a:defRPr sz="2400"/>
            </a:lvl4pPr>
            <a:lvl5pPr marL="0" indent="0">
              <a:spcBef>
                <a:spcPts val="500"/>
              </a:spcBef>
              <a:buSzTx/>
              <a:buFontTx/>
              <a:buNone/>
              <a:defRPr sz="24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Shape 8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93" name="Shape 9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title"/>
          </p:nvPr>
        </p:nvSpPr>
        <p:spPr>
          <a:xfrm>
            <a:off x="11794294" y="657404"/>
            <a:ext cx="3660300" cy="7732991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102" name="Shape 102"/>
          <p:cNvSpPr>
            <a:spLocks noGrp="1"/>
          </p:cNvSpPr>
          <p:nvPr>
            <p:ph type="body" idx="1"/>
          </p:nvPr>
        </p:nvSpPr>
        <p:spPr>
          <a:xfrm>
            <a:off x="813401" y="657404"/>
            <a:ext cx="10709762" cy="7732991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title"/>
          </p:nvPr>
        </p:nvSpPr>
        <p:spPr>
          <a:xfrm>
            <a:off x="1220103" y="3109891"/>
            <a:ext cx="13827789" cy="1942690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111" name="Shape 111"/>
          <p:cNvSpPr>
            <a:spLocks noGrp="1"/>
          </p:cNvSpPr>
          <p:nvPr>
            <p:ph type="body" sz="quarter" idx="1"/>
          </p:nvPr>
        </p:nvSpPr>
        <p:spPr>
          <a:xfrm>
            <a:off x="2440201" y="5430206"/>
            <a:ext cx="11387592" cy="231612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12" name="Shape 1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C92B4-DF90-498D-91DA-7B0491D8E2BE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922970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813399" y="657404"/>
            <a:ext cx="14641193" cy="1510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3773" tIns="73773" rIns="73773" bIns="73773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813399" y="2409180"/>
            <a:ext cx="14641193" cy="598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3773" tIns="73773" rIns="73773" bIns="73773">
            <a:normAutofit/>
          </a:bodyPr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5011816" y="8709683"/>
            <a:ext cx="442774" cy="452349"/>
          </a:xfrm>
          <a:prstGeom prst="rect">
            <a:avLst/>
          </a:prstGeom>
          <a:ln w="12700">
            <a:miter lim="400000"/>
          </a:ln>
        </p:spPr>
        <p:txBody>
          <a:bodyPr wrap="none" lIns="73773" tIns="73773" rIns="73773" bIns="73773" anchor="ctr">
            <a:spAutoFit/>
          </a:bodyPr>
          <a:lstStyle>
            <a:lvl1pPr algn="r">
              <a:defRPr sz="2000">
                <a:solidFill>
                  <a:srgbClr val="888888"/>
                </a:solidFill>
                <a:latin typeface="+mn-lt"/>
                <a:ea typeface="+mn-ea"/>
                <a:cs typeface="+mn-cs"/>
                <a:sym typeface="맑은 고딕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 spd="med"/>
  <p:txStyles>
    <p:titleStyle>
      <a:lvl1pPr marL="0" marR="0" indent="0" algn="ct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0" algn="ct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0" algn="ct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0" algn="ct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0" algn="ct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0" algn="ct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0" algn="ct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0" algn="ct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0" algn="ct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9pPr>
    </p:titleStyle>
    <p:bodyStyle>
      <a:lvl1pPr marL="579022" marR="0" indent="-579022" algn="l" defTabSz="157139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•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1pPr>
      <a:lvl2pPr marL="1135702" marR="0" indent="-549532" algn="l" defTabSz="157139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–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2pPr>
      <a:lvl3pPr marL="1682874" marR="0" indent="-510535" algn="l" defTabSz="157139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•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3pPr>
      <a:lvl4pPr marL="2367222" marR="0" indent="-608714" algn="l" defTabSz="157139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–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4pPr>
      <a:lvl5pPr marL="2953393" marR="0" indent="-608714" algn="l" defTabSz="157139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»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5pPr>
      <a:lvl6pPr marL="3539564" marR="0" indent="-608714" algn="l" defTabSz="157139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•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6pPr>
      <a:lvl7pPr marL="4125733" marR="0" indent="-608714" algn="l" defTabSz="157139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•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7pPr>
      <a:lvl8pPr marL="4711903" marR="0" indent="-608714" algn="l" defTabSz="157139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•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8pPr>
      <a:lvl9pPr marL="5298075" marR="0" indent="-608714" algn="l" defTabSz="157139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•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맑은 고딕"/>
        </a:defRPr>
      </a:lvl9pPr>
    </p:bodyStyle>
    <p:otherStyle>
      <a:lvl1pPr marL="0" marR="0" indent="0" algn="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0" algn="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0" algn="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0" algn="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0" algn="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0" algn="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0" algn="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0" algn="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0" algn="r" defTabSz="1571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google.com/maps/?hl=ko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s.google.com/maps/documentation/maps-static/overview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s.google.com/maps/documentation/embed/get-started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s.google.com/maps/documentation/javascript/overview" TargetMode="External"/><Relationship Id="rId5" Type="http://schemas.openxmlformats.org/officeDocument/2006/relationships/hyperlink" Target="https://maps.google.com/" TargetMode="Externa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developers.google.com/maps/documentation/javascript/examples/icon-simple?hl=ko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developers.google.com/maps/documentation/javascript/examples/marker-animations?hl=ko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ps/documentation/javascript/examples/marker-animations?hl=ko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hape 156"/>
          <p:cNvSpPr>
            <a:spLocks noChangeArrowheads="1"/>
          </p:cNvSpPr>
          <p:nvPr/>
        </p:nvSpPr>
        <p:spPr bwMode="auto">
          <a:xfrm>
            <a:off x="5619130" y="2305720"/>
            <a:ext cx="5821238" cy="1085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57542" tIns="57542" rIns="57542" bIns="57542">
            <a:spAutoFit/>
          </a:bodyPr>
          <a:lstStyle/>
          <a:p>
            <a:pPr latinLnBrk="0" hangingPunct="0"/>
            <a:r>
              <a:rPr lang="en-US" altLang="ko-KR" sz="6300" dirty="0" smtClean="0">
                <a:solidFill>
                  <a:srgbClr val="4CA4FD"/>
                </a:solidFill>
                <a:latin typeface="Adobe 고딕 Std B" pitchFamily="34" charset="-127"/>
                <a:ea typeface="Adobe 고딕 Std B" pitchFamily="34" charset="-127"/>
                <a:sym typeface="Adobe 고딕 Std B" pitchFamily="34" charset="-127"/>
              </a:rPr>
              <a:t>Google map</a:t>
            </a:r>
            <a:endParaRPr lang="ko-KR" sz="6300" dirty="0">
              <a:solidFill>
                <a:srgbClr val="4CA4FD"/>
              </a:solidFill>
              <a:latin typeface="Adobe 고딕 Std B" pitchFamily="34" charset="-127"/>
              <a:ea typeface="Adobe 고딕 Std B" pitchFamily="34" charset="-127"/>
              <a:sym typeface="Adobe 고딕 Std B" pitchFamily="34" charset="-127"/>
            </a:endParaRPr>
          </a:p>
        </p:txBody>
      </p:sp>
      <p:sp>
        <p:nvSpPr>
          <p:cNvPr id="157" name="Shape 157"/>
          <p:cNvSpPr/>
          <p:nvPr/>
        </p:nvSpPr>
        <p:spPr>
          <a:xfrm>
            <a:off x="-12700" y="4800600"/>
            <a:ext cx="16281400" cy="4860925"/>
          </a:xfrm>
          <a:prstGeom prst="rect">
            <a:avLst/>
          </a:prstGeom>
          <a:solidFill>
            <a:srgbClr val="4CA4FD"/>
          </a:solidFill>
          <a:ln>
            <a:solidFill>
              <a:srgbClr val="4CA4FD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 defTabSz="1570037" fontAlgn="auto" latinLnBrk="0" hangingPunct="0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kern="0">
              <a:solidFill>
                <a:srgbClr val="FFFFFF"/>
              </a:solidFill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9700" name="Shape 158"/>
          <p:cNvSpPr>
            <a:spLocks noChangeArrowheads="1"/>
          </p:cNvSpPr>
          <p:nvPr/>
        </p:nvSpPr>
        <p:spPr bwMode="auto">
          <a:xfrm>
            <a:off x="552450" y="5808663"/>
            <a:ext cx="14730413" cy="854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7542" tIns="57542" rIns="57542" bIns="57542">
            <a:spAutoFit/>
          </a:bodyPr>
          <a:lstStyle/>
          <a:p>
            <a:pPr algn="ctr"/>
            <a:r>
              <a:rPr lang="en-US" altLang="ko-KR" sz="4800" dirty="0" smtClean="0">
                <a:solidFill>
                  <a:srgbClr val="FFFFFF"/>
                </a:solidFill>
                <a:latin typeface="Adobe 고딕 Std B" pitchFamily="34" charset="-127"/>
                <a:ea typeface="Adobe 고딕 Std B" pitchFamily="34" charset="-127"/>
                <a:sym typeface="Adobe 고딕 Std B" pitchFamily="34" charset="-127"/>
              </a:rPr>
              <a:t>(Application Programming Interface)</a:t>
            </a:r>
            <a:endParaRPr lang="en-US" altLang="ko-KR" sz="4800" dirty="0">
              <a:solidFill>
                <a:srgbClr val="FFFFFF"/>
              </a:solidFill>
              <a:latin typeface="Adobe 고딕 Std B" pitchFamily="34" charset="-127"/>
              <a:ea typeface="Adobe 고딕 Std B" pitchFamily="34" charset="-127"/>
              <a:sym typeface="Adobe 고딕 Std B" pitchFamily="34" charset="-127"/>
            </a:endParaRPr>
          </a:p>
        </p:txBody>
      </p:sp>
      <p:sp>
        <p:nvSpPr>
          <p:cNvPr id="5" name="Shape 121"/>
          <p:cNvSpPr/>
          <p:nvPr/>
        </p:nvSpPr>
        <p:spPr>
          <a:xfrm>
            <a:off x="1256668" y="3347119"/>
            <a:ext cx="13827789" cy="23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3773" tIns="73773" rIns="73773" bIns="73773" anchor="ctr">
            <a:normAutofit/>
          </a:bodyPr>
          <a:lstStyle>
            <a:lvl1pPr algn="ctr">
              <a:lnSpc>
                <a:spcPct val="90000"/>
              </a:lnSpc>
              <a:defRPr sz="10200" b="1" spc="300">
                <a:latin typeface="+mn-lt"/>
                <a:ea typeface="+mn-ea"/>
                <a:cs typeface="+mn-cs"/>
                <a:sym typeface="맑은 고딕"/>
              </a:defRPr>
            </a:lvl1pPr>
          </a:lstStyle>
          <a:p>
            <a:pPr>
              <a:lnSpc>
                <a:spcPct val="160000"/>
              </a:lnSpc>
            </a:pPr>
            <a:endParaRPr sz="5200" dirty="0"/>
          </a:p>
        </p:txBody>
      </p:sp>
    </p:spTree>
    <p:extLst>
      <p:ext uri="{BB962C8B-B14F-4D97-AF65-F5344CB8AC3E}">
        <p14:creationId xmlns:p14="http://schemas.microsoft.com/office/powerpoint/2010/main" val="7314496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83384" y="649536"/>
            <a:ext cx="10901498" cy="828657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1687104" y="289496"/>
            <a:ext cx="13126180" cy="1675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7542" tIns="57542" rIns="57542" bIns="57542">
            <a:spAutoFit/>
          </a:bodyPr>
          <a:lstStyle>
            <a:lvl1pPr algn="ctr" defTabSz="612824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lvl1pPr>
          </a:lstStyle>
          <a:p>
            <a:r>
              <a:rPr lang="ko-KR" altLang="en-US" sz="4400" dirty="0" err="1" smtClean="0">
                <a:latin typeface="Adobe 고딕 Std B" pitchFamily="34" charset="-127"/>
                <a:ea typeface="Adobe 고딕 Std B" pitchFamily="34" charset="-127"/>
              </a:rPr>
              <a:t>구글에서</a:t>
            </a:r>
            <a:r>
              <a:rPr lang="ko-KR" altLang="en-US" sz="4400" dirty="0" smtClean="0">
                <a:latin typeface="Adobe 고딕 Std B" pitchFamily="34" charset="-127"/>
                <a:ea typeface="Adobe 고딕 Std B" pitchFamily="34" charset="-127"/>
              </a:rPr>
              <a:t> </a:t>
            </a:r>
            <a:r>
              <a:rPr lang="en-US" altLang="ko-KR" sz="44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‘</a:t>
            </a:r>
            <a:r>
              <a:rPr lang="en-US" altLang="ko-KR" sz="4400" dirty="0" err="1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google</a:t>
            </a:r>
            <a:r>
              <a:rPr lang="en-US" altLang="ko-KR" sz="44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 map </a:t>
            </a:r>
            <a:r>
              <a:rPr lang="en-US" altLang="ko-KR" sz="4400" dirty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developer , </a:t>
            </a:r>
            <a:r>
              <a:rPr lang="en-US" altLang="ko-KR" sz="4400" dirty="0" err="1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google</a:t>
            </a:r>
            <a:r>
              <a:rPr lang="en-US" altLang="ko-KR" sz="4400" dirty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 map’ </a:t>
            </a:r>
            <a:endParaRPr lang="en-US" altLang="ko-KR" sz="4400" dirty="0" smtClean="0">
              <a:solidFill>
                <a:srgbClr val="00B0F0"/>
              </a:solidFill>
              <a:latin typeface="Adobe 고딕 Std B" pitchFamily="34" charset="-127"/>
              <a:ea typeface="Adobe 고딕 Std B" pitchFamily="34" charset="-127"/>
            </a:endParaRPr>
          </a:p>
          <a:p>
            <a:r>
              <a:rPr lang="ko-KR" altLang="en-US" sz="4400" dirty="0" smtClean="0">
                <a:latin typeface="Adobe 고딕 Std B" pitchFamily="34" charset="-127"/>
                <a:ea typeface="Adobe 고딕 Std B" pitchFamily="34" charset="-127"/>
              </a:rPr>
              <a:t>키워드로 검색</a:t>
            </a:r>
            <a:endParaRPr sz="4400" dirty="0"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5" name="Shape 214">
            <a:hlinkClick r:id="rId2"/>
          </p:cNvPr>
          <p:cNvSpPr/>
          <p:nvPr/>
        </p:nvSpPr>
        <p:spPr>
          <a:xfrm>
            <a:off x="3087440" y="1816323"/>
            <a:ext cx="9674915" cy="670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7542" tIns="57542" rIns="57542" bIns="57542">
            <a:spAutoFit/>
          </a:bodyPr>
          <a:lstStyle/>
          <a:p>
            <a:pPr marL="200526" indent="-200526">
              <a:buSzPct val="100000"/>
              <a:defRPr sz="2600">
                <a:solidFill>
                  <a:srgbClr val="FA7E23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3600" dirty="0" smtClean="0"/>
              <a:t>https://developers.google.com/maps/?hl=ko</a:t>
            </a:r>
            <a:endParaRPr sz="3600" dirty="0"/>
          </a:p>
        </p:txBody>
      </p:sp>
      <p:sp>
        <p:nvSpPr>
          <p:cNvPr id="4" name="Shape 160"/>
          <p:cNvSpPr/>
          <p:nvPr/>
        </p:nvSpPr>
        <p:spPr>
          <a:xfrm>
            <a:off x="2861300" y="2486529"/>
            <a:ext cx="10755035" cy="6841126"/>
          </a:xfrm>
          <a:prstGeom prst="rect">
            <a:avLst/>
          </a:prstGeom>
          <a:solidFill>
            <a:srgbClr val="DDDDDD"/>
          </a:solidFill>
          <a:ln w="381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34999"/>
              </a:srgbClr>
            </a:outerShdw>
          </a:effectLst>
          <a:extLst>
            <a:ext uri="{C572A759-6A51-4108-AA02-DFA0A04FC94B}"/>
          </a:extLst>
        </p:spPr>
        <p:txBody>
          <a:bodyPr wrap="square" lIns="57542" tIns="57542" rIns="57542" bIns="57542">
            <a:spAutoFit/>
          </a:bodyPr>
          <a:lstStyle/>
          <a:p>
            <a:pPr defTabSz="612775">
              <a:spcBef>
                <a:spcPts val="1600"/>
              </a:spcBef>
              <a:defRPr sz="48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sz="1900" dirty="0" smtClean="0">
                <a:sym typeface="HY강M"/>
              </a:rPr>
              <a:t>&lt;!DOCTYPE html&gt;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&lt;html&gt;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&lt;head&gt;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  &lt;style type="text/</a:t>
            </a:r>
            <a:r>
              <a:rPr lang="en-US" altLang="ko-KR" sz="1900" dirty="0" err="1" smtClean="0">
                <a:sym typeface="HY강M"/>
              </a:rPr>
              <a:t>css</a:t>
            </a:r>
            <a:r>
              <a:rPr lang="en-US" altLang="ko-KR" sz="1900" dirty="0" smtClean="0">
                <a:sym typeface="HY강M"/>
              </a:rPr>
              <a:t>"&gt;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    html, body { height: 100%; margin: 0; padding: 0; }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   </a:t>
            </a:r>
            <a:r>
              <a:rPr lang="en-US" altLang="ko-KR" sz="1900" dirty="0" smtClean="0">
                <a:solidFill>
                  <a:schemeClr val="accent3">
                    <a:lumMod val="75000"/>
                  </a:schemeClr>
                </a:solidFill>
                <a:sym typeface="HY강M"/>
              </a:rPr>
              <a:t> #map { height: 100%; }</a:t>
            </a:r>
            <a:r>
              <a:rPr lang="en-US" altLang="ko-KR" sz="1900" dirty="0" smtClean="0">
                <a:sym typeface="HY강M"/>
              </a:rPr>
              <a:t/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  &lt;/style&gt;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&lt;/head&gt;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&lt;body&gt;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  </a:t>
            </a:r>
            <a:r>
              <a:rPr lang="en-US" altLang="ko-KR" sz="1900" dirty="0" smtClean="0">
                <a:solidFill>
                  <a:srgbClr val="0070C0"/>
                </a:solidFill>
                <a:sym typeface="HY강M"/>
              </a:rPr>
              <a:t>&lt;div id="map"&gt;&lt;/div&gt;</a:t>
            </a:r>
            <a:r>
              <a:rPr lang="en-US" altLang="ko-KR" sz="1900" dirty="0" smtClean="0">
                <a:sym typeface="HY강M"/>
              </a:rPr>
              <a:t/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  </a:t>
            </a:r>
            <a:r>
              <a:rPr lang="en-US" altLang="ko-KR" sz="1900" dirty="0" smtClean="0">
                <a:solidFill>
                  <a:schemeClr val="accent6">
                    <a:lumMod val="75000"/>
                  </a:schemeClr>
                </a:solidFill>
                <a:sym typeface="HY강M"/>
              </a:rPr>
              <a:t>&lt;script type="text/</a:t>
            </a:r>
            <a:r>
              <a:rPr lang="en-US" altLang="ko-KR" sz="1900" dirty="0" err="1" smtClean="0">
                <a:solidFill>
                  <a:schemeClr val="accent6">
                    <a:lumMod val="75000"/>
                  </a:schemeClr>
                </a:solidFill>
                <a:sym typeface="HY강M"/>
              </a:rPr>
              <a:t>javascript</a:t>
            </a:r>
            <a:r>
              <a:rPr lang="en-US" altLang="ko-KR" sz="1900" dirty="0" smtClean="0">
                <a:solidFill>
                  <a:schemeClr val="accent6">
                    <a:lumMod val="75000"/>
                  </a:schemeClr>
                </a:solidFill>
                <a:sym typeface="HY강M"/>
              </a:rPr>
              <a:t>“&gt;</a:t>
            </a:r>
            <a:r>
              <a:rPr lang="en-US" altLang="ko-KR" sz="1900" dirty="0" smtClean="0">
                <a:sym typeface="HY강M"/>
              </a:rPr>
              <a:t/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err="1" smtClean="0">
                <a:sym typeface="HY강M"/>
              </a:rPr>
              <a:t>var</a:t>
            </a:r>
            <a:r>
              <a:rPr lang="en-US" altLang="ko-KR" sz="1900" dirty="0" smtClean="0">
                <a:sym typeface="HY강M"/>
              </a:rPr>
              <a:t> map;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function </a:t>
            </a:r>
            <a:r>
              <a:rPr lang="en-US" altLang="ko-KR" sz="1900" dirty="0" err="1" smtClean="0">
                <a:sym typeface="HY강M"/>
              </a:rPr>
              <a:t>initMap</a:t>
            </a:r>
            <a:r>
              <a:rPr lang="en-US" altLang="ko-KR" sz="1900" dirty="0" smtClean="0">
                <a:sym typeface="HY강M"/>
              </a:rPr>
              <a:t>() {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map = new </a:t>
            </a:r>
            <a:r>
              <a:rPr lang="en-US" altLang="ko-KR" sz="1900" dirty="0" err="1" smtClean="0">
                <a:sym typeface="HY강M"/>
              </a:rPr>
              <a:t>google.maps.Map</a:t>
            </a:r>
            <a:r>
              <a:rPr lang="en-US" altLang="ko-KR" sz="1900" dirty="0" smtClean="0">
                <a:sym typeface="HY강M"/>
              </a:rPr>
              <a:t>(</a:t>
            </a:r>
            <a:r>
              <a:rPr lang="en-US" altLang="ko-KR" sz="1900" dirty="0" err="1" smtClean="0">
                <a:sym typeface="HY강M"/>
              </a:rPr>
              <a:t>document.getElementById</a:t>
            </a:r>
            <a:r>
              <a:rPr lang="en-US" altLang="ko-KR" sz="1900" dirty="0" smtClean="0">
                <a:sym typeface="HY강M"/>
              </a:rPr>
              <a:t>('map'), {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  center: {lat: </a:t>
            </a:r>
            <a:r>
              <a:rPr lang="en-US" altLang="ko-KR" sz="1900" dirty="0" smtClean="0">
                <a:solidFill>
                  <a:srgbClr val="FF0000"/>
                </a:solidFill>
                <a:sym typeface="HY강M"/>
              </a:rPr>
              <a:t>-34.397</a:t>
            </a:r>
            <a:r>
              <a:rPr lang="en-US" altLang="ko-KR" sz="1900" dirty="0" smtClean="0">
                <a:sym typeface="HY강M"/>
              </a:rPr>
              <a:t>, </a:t>
            </a:r>
            <a:r>
              <a:rPr lang="en-US" altLang="ko-KR" sz="1900" dirty="0" err="1" smtClean="0">
                <a:sym typeface="HY강M"/>
              </a:rPr>
              <a:t>lng</a:t>
            </a:r>
            <a:r>
              <a:rPr lang="en-US" altLang="ko-KR" sz="1900" dirty="0" smtClean="0">
                <a:sym typeface="HY강M"/>
              </a:rPr>
              <a:t>: </a:t>
            </a:r>
            <a:r>
              <a:rPr lang="en-US" altLang="ko-KR" sz="1900" dirty="0" smtClean="0">
                <a:solidFill>
                  <a:srgbClr val="FF0000"/>
                </a:solidFill>
                <a:sym typeface="HY강M"/>
              </a:rPr>
              <a:t>150.644</a:t>
            </a:r>
            <a:r>
              <a:rPr lang="en-US" altLang="ko-KR" sz="1900" dirty="0" smtClean="0">
                <a:sym typeface="HY강M"/>
              </a:rPr>
              <a:t>},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  zoom: </a:t>
            </a:r>
            <a:r>
              <a:rPr lang="en-US" altLang="ko-KR" sz="1900" dirty="0" smtClean="0">
                <a:solidFill>
                  <a:srgbClr val="FF0000"/>
                </a:solidFill>
                <a:sym typeface="HY강M"/>
              </a:rPr>
              <a:t>8</a:t>
            </a:r>
            <a:r>
              <a:rPr lang="en-US" altLang="ko-KR" sz="1900" dirty="0" smtClean="0">
                <a:sym typeface="HY강M"/>
              </a:rPr>
              <a:t/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});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} </a:t>
            </a:r>
            <a:r>
              <a:rPr lang="en-US" altLang="ko-KR" sz="1900" dirty="0" smtClean="0">
                <a:solidFill>
                  <a:schemeClr val="accent6">
                    <a:lumMod val="75000"/>
                  </a:schemeClr>
                </a:solidFill>
                <a:sym typeface="HY강M"/>
              </a:rPr>
              <a:t>&lt;/script&gt;</a:t>
            </a:r>
            <a:r>
              <a:rPr lang="en-US" altLang="ko-KR" sz="1900" dirty="0" smtClean="0">
                <a:sym typeface="HY강M"/>
              </a:rPr>
              <a:t/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 </a:t>
            </a:r>
            <a:r>
              <a:rPr lang="en-US" altLang="ko-KR" sz="1900" dirty="0" smtClean="0">
                <a:solidFill>
                  <a:schemeClr val="accent6">
                    <a:lumMod val="75000"/>
                  </a:schemeClr>
                </a:solidFill>
                <a:sym typeface="HY강M"/>
              </a:rPr>
              <a:t> &lt;script </a:t>
            </a:r>
            <a:r>
              <a:rPr lang="en-US" altLang="ko-KR" sz="1900" dirty="0" err="1" smtClean="0">
                <a:sym typeface="HY강M"/>
              </a:rPr>
              <a:t>async</a:t>
            </a:r>
            <a:r>
              <a:rPr lang="en-US" altLang="ko-KR" sz="1900" dirty="0" smtClean="0">
                <a:sym typeface="HY강M"/>
              </a:rPr>
              <a:t> defer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    </a:t>
            </a:r>
            <a:r>
              <a:rPr lang="en-US" altLang="ko-KR" sz="1900" dirty="0" err="1" smtClean="0">
                <a:sym typeface="HY강M"/>
              </a:rPr>
              <a:t>src</a:t>
            </a:r>
            <a:r>
              <a:rPr lang="en-US" altLang="ko-KR" sz="1900" dirty="0" smtClean="0">
                <a:sym typeface="HY강M"/>
              </a:rPr>
              <a:t>="https://maps.googleapis.com/maps/api/js?k</a:t>
            </a:r>
            <a:r>
              <a:rPr lang="en-US" altLang="ko-KR" sz="19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HY강M"/>
              </a:rPr>
              <a:t>ey=</a:t>
            </a:r>
            <a:r>
              <a:rPr lang="en-US" altLang="ko-KR" sz="1900" b="1" i="1" dirty="0" smtClean="0">
                <a:solidFill>
                  <a:srgbClr val="FF0000"/>
                </a:solidFill>
                <a:sym typeface="HY강M"/>
              </a:rPr>
              <a:t>YOUR_API_KEY</a:t>
            </a:r>
            <a:r>
              <a:rPr lang="en-US" altLang="ko-KR" sz="1900" dirty="0" smtClean="0">
                <a:sym typeface="HY강M"/>
              </a:rPr>
              <a:t>&amp;callback=initMap"&gt;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  </a:t>
            </a:r>
            <a:r>
              <a:rPr lang="en-US" altLang="ko-KR" sz="1900" dirty="0" smtClean="0">
                <a:solidFill>
                  <a:schemeClr val="accent6">
                    <a:lumMod val="75000"/>
                  </a:schemeClr>
                </a:solidFill>
                <a:sym typeface="HY강M"/>
              </a:rPr>
              <a:t>&lt;/script&gt;</a:t>
            </a:r>
            <a:r>
              <a:rPr lang="en-US" altLang="ko-KR" sz="1900" dirty="0" smtClean="0">
                <a:sym typeface="HY강M"/>
              </a:rPr>
              <a:t/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  &lt;/body&gt;</a:t>
            </a:r>
            <a:br>
              <a:rPr lang="en-US" altLang="ko-KR" sz="1900" dirty="0" smtClean="0">
                <a:sym typeface="HY강M"/>
              </a:rPr>
            </a:br>
            <a:r>
              <a:rPr lang="en-US" altLang="ko-KR" sz="1900" dirty="0" smtClean="0">
                <a:sym typeface="HY강M"/>
              </a:rPr>
              <a:t>&lt;/html&gt;</a:t>
            </a:r>
            <a:endParaRPr sz="1900" kern="0" dirty="0">
              <a:solidFill>
                <a:srgbClr val="525252"/>
              </a:solidFill>
              <a:latin typeface="HY강M"/>
              <a:ea typeface="HY강M"/>
              <a:cs typeface="HY강M"/>
              <a:sym typeface="HY강M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1648989" y="289496"/>
            <a:ext cx="12693370" cy="793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7542" tIns="57542" rIns="57542" bIns="57542">
            <a:spAutoFit/>
          </a:bodyPr>
          <a:lstStyle>
            <a:lvl1pPr algn="ctr" defTabSz="612824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lvl1pPr>
          </a:lstStyle>
          <a:p>
            <a:r>
              <a:rPr lang="en-US" altLang="ko-KR" sz="4400" dirty="0" smtClean="0">
                <a:latin typeface="Adobe 고딕 Std B" pitchFamily="34" charset="-127"/>
                <a:ea typeface="Adobe 고딕 Std B" pitchFamily="34" charset="-127"/>
              </a:rPr>
              <a:t>1. </a:t>
            </a:r>
            <a:r>
              <a:rPr lang="ko-KR" altLang="en-US" sz="4400" dirty="0" smtClean="0">
                <a:latin typeface="Adobe 고딕 Std B" pitchFamily="34" charset="-127"/>
                <a:ea typeface="Adobe 고딕 Std B" pitchFamily="34" charset="-127"/>
              </a:rPr>
              <a:t>정적인 </a:t>
            </a:r>
            <a:r>
              <a:rPr lang="ko-KR" altLang="en-US" sz="4400" dirty="0" err="1" smtClean="0">
                <a:latin typeface="Adobe 고딕 Std B" pitchFamily="34" charset="-127"/>
                <a:ea typeface="Adobe 고딕 Std B" pitchFamily="34" charset="-127"/>
              </a:rPr>
              <a:t>맵</a:t>
            </a:r>
            <a:r>
              <a:rPr lang="ko-KR" altLang="en-US" sz="4400" dirty="0" smtClean="0">
                <a:latin typeface="Adobe 고딕 Std B" pitchFamily="34" charset="-127"/>
                <a:ea typeface="Adobe 고딕 Std B" pitchFamily="34" charset="-127"/>
              </a:rPr>
              <a:t> </a:t>
            </a:r>
            <a:r>
              <a:rPr lang="en-US" altLang="ko-KR" sz="4400" dirty="0">
                <a:latin typeface="Adobe 고딕 Std B" pitchFamily="34" charset="-127"/>
                <a:ea typeface="Adobe 고딕 Std B" pitchFamily="34" charset="-127"/>
              </a:rPr>
              <a:t>static map </a:t>
            </a:r>
            <a:r>
              <a:rPr lang="en-US" altLang="ko-KR" sz="4400" dirty="0" smtClean="0">
                <a:latin typeface="Adobe 고딕 Std B" pitchFamily="34" charset="-127"/>
                <a:ea typeface="Adobe 고딕 Std B" pitchFamily="34" charset="-127"/>
              </a:rPr>
              <a:t>: </a:t>
            </a:r>
            <a:r>
              <a:rPr lang="en-US" altLang="ko-KR" sz="4400" dirty="0" err="1" smtClean="0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img</a:t>
            </a:r>
            <a:r>
              <a:rPr lang="ko-KR" altLang="en-US" sz="4400" dirty="0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태그의 </a:t>
            </a:r>
            <a:r>
              <a:rPr lang="en-US" altLang="ko-KR" sz="4400" dirty="0" err="1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src</a:t>
            </a:r>
            <a:r>
              <a:rPr lang="ko-KR" altLang="en-US" sz="4400" dirty="0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속성값 활용</a:t>
            </a:r>
            <a:endParaRPr sz="4400" dirty="0">
              <a:solidFill>
                <a:schemeClr val="bg1">
                  <a:lumMod val="65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788" y="2116185"/>
            <a:ext cx="13306425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4095552" y="3961904"/>
            <a:ext cx="1584176" cy="504056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203585" y="2086478"/>
            <a:ext cx="1584176" cy="504056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521" y="5258048"/>
            <a:ext cx="13320185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직사각형 15"/>
          <p:cNvSpPr/>
          <p:nvPr/>
        </p:nvSpPr>
        <p:spPr>
          <a:xfrm>
            <a:off x="8488040" y="7265174"/>
            <a:ext cx="3240360" cy="504056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2448480" y="7237110"/>
            <a:ext cx="288032" cy="504056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3384584" y="7237110"/>
            <a:ext cx="864096" cy="504056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895752" y="7517202"/>
            <a:ext cx="2376264" cy="504056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677971" y="8210376"/>
            <a:ext cx="1489589" cy="360040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8120" y="2737768"/>
            <a:ext cx="5573093" cy="282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258611" y="1082812"/>
            <a:ext cx="13782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6"/>
              </a:rPr>
              <a:t>https://developers.google.com/maps/documentation/maps-static/overview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602108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61"/>
          <p:cNvSpPr/>
          <p:nvPr/>
        </p:nvSpPr>
        <p:spPr>
          <a:xfrm>
            <a:off x="5840843" y="409824"/>
            <a:ext cx="4309665" cy="793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7542" tIns="57542" rIns="57542" bIns="57542">
            <a:spAutoFit/>
          </a:bodyPr>
          <a:lstStyle>
            <a:lvl1pPr algn="ctr" defTabSz="612824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lvl1pPr>
          </a:lstStyle>
          <a:p>
            <a:r>
              <a:rPr lang="ko-KR" altLang="en-US" sz="4400" dirty="0" smtClean="0">
                <a:latin typeface="Adobe 고딕 Std B" pitchFamily="34" charset="-127"/>
                <a:ea typeface="Adobe 고딕 Std B" pitchFamily="34" charset="-127"/>
              </a:rPr>
              <a:t>지도 스타일 변경</a:t>
            </a:r>
            <a:endParaRPr sz="4400" dirty="0">
              <a:latin typeface="Adobe 고딕 Std B" pitchFamily="34" charset="-127"/>
              <a:ea typeface="Adobe 고딕 Std B" pitchFamily="34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2167175" y="1234220"/>
            <a:ext cx="12055715" cy="7542246"/>
            <a:chOff x="2175900" y="1871574"/>
            <a:chExt cx="12055715" cy="754224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5900" y="1894325"/>
              <a:ext cx="5819775" cy="2971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Shape 161"/>
            <p:cNvSpPr/>
            <p:nvPr/>
          </p:nvSpPr>
          <p:spPr>
            <a:xfrm>
              <a:off x="3980920" y="4866125"/>
              <a:ext cx="2209731" cy="7933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7542" tIns="57542" rIns="57542" bIns="57542">
              <a:spAutoFit/>
            </a:bodyPr>
            <a:lstStyle>
              <a:lvl1pPr algn="ctr" defTabSz="612824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lvl1pPr>
            </a:lstStyle>
            <a:p>
              <a:r>
                <a:rPr lang="en-US" altLang="ko-KR" sz="4400" dirty="0">
                  <a:latin typeface="Adobe 고딕 Std B" pitchFamily="34" charset="-127"/>
                  <a:ea typeface="Adobe 고딕 Std B" pitchFamily="34" charset="-127"/>
                </a:rPr>
                <a:t>satellite</a:t>
              </a:r>
              <a:endParaRPr sz="4400"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2014" y="5634936"/>
              <a:ext cx="5819775" cy="290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Shape 161"/>
            <p:cNvSpPr/>
            <p:nvPr/>
          </p:nvSpPr>
          <p:spPr>
            <a:xfrm>
              <a:off x="10267793" y="8620504"/>
              <a:ext cx="1828215" cy="7933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7542" tIns="57542" rIns="57542" bIns="57542">
              <a:spAutoFit/>
            </a:bodyPr>
            <a:lstStyle>
              <a:lvl1pPr algn="ctr" defTabSz="612824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lvl1pPr>
            </a:lstStyle>
            <a:p>
              <a:r>
                <a:rPr lang="en-US" altLang="ko-KR" sz="4400" dirty="0">
                  <a:latin typeface="Adobe 고딕 Std B" pitchFamily="34" charset="-127"/>
                  <a:ea typeface="Adobe 고딕 Std B" pitchFamily="34" charset="-127"/>
                </a:rPr>
                <a:t>hybrid</a:t>
              </a:r>
              <a:endParaRPr sz="4400"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7893" y="5620649"/>
              <a:ext cx="5819775" cy="2933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Shape 161"/>
            <p:cNvSpPr/>
            <p:nvPr/>
          </p:nvSpPr>
          <p:spPr>
            <a:xfrm>
              <a:off x="3872652" y="8567839"/>
              <a:ext cx="2490256" cy="7933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7542" tIns="57542" rIns="57542" bIns="57542">
              <a:spAutoFit/>
            </a:bodyPr>
            <a:lstStyle>
              <a:lvl1pPr algn="ctr" defTabSz="612824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lvl1pPr>
            </a:lstStyle>
            <a:p>
              <a:r>
                <a:rPr lang="en-US" altLang="ko-KR" sz="4400" dirty="0">
                  <a:latin typeface="Adobe 고딕 Std B" pitchFamily="34" charset="-127"/>
                  <a:ea typeface="Adobe 고딕 Std B" pitchFamily="34" charset="-127"/>
                </a:rPr>
                <a:t>roadmap</a:t>
              </a:r>
              <a:endParaRPr sz="4400"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8040" y="1871574"/>
              <a:ext cx="5743575" cy="2895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Shape 161"/>
            <p:cNvSpPr/>
            <p:nvPr/>
          </p:nvSpPr>
          <p:spPr>
            <a:xfrm>
              <a:off x="10235732" y="4866125"/>
              <a:ext cx="1892335" cy="7933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7542" tIns="57542" rIns="57542" bIns="57542">
              <a:spAutoFit/>
            </a:bodyPr>
            <a:lstStyle>
              <a:lvl1pPr algn="ctr" defTabSz="612824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lvl1pPr>
            </a:lstStyle>
            <a:p>
              <a:r>
                <a:rPr lang="en-US" altLang="ko-KR" sz="4400" dirty="0">
                  <a:latin typeface="Adobe 고딕 Std B" pitchFamily="34" charset="-127"/>
                  <a:ea typeface="Adobe 고딕 Std B" pitchFamily="34" charset="-127"/>
                </a:rPr>
                <a:t>terrain</a:t>
              </a:r>
              <a:endParaRPr sz="4400"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426512" y="1897360"/>
            <a:ext cx="13038191" cy="4800848"/>
            <a:chOff x="1426512" y="1393304"/>
            <a:chExt cx="13038191" cy="4800848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6512" y="1411404"/>
              <a:ext cx="13038191" cy="3737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직사각형 1"/>
            <p:cNvSpPr/>
            <p:nvPr/>
          </p:nvSpPr>
          <p:spPr>
            <a:xfrm>
              <a:off x="5048176" y="4599634"/>
              <a:ext cx="1584176" cy="504056"/>
            </a:xfrm>
            <a:prstGeom prst="rect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7542" tIns="57542" rIns="57542" bIns="57542" numCol="1" spcCol="38100" rtlCol="0" anchor="ctr">
              <a:spAutoFit/>
            </a:bodyPr>
            <a:lstStyle/>
            <a:p>
              <a:pPr marL="0" marR="0" indent="0" algn="l" defTabSz="157139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787761" y="1393304"/>
              <a:ext cx="1584176" cy="504056"/>
            </a:xfrm>
            <a:prstGeom prst="rect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7542" tIns="57542" rIns="57542" bIns="57542" numCol="1" spcCol="38100" rtlCol="0" anchor="ctr">
              <a:spAutoFit/>
            </a:bodyPr>
            <a:lstStyle/>
            <a:p>
              <a:pPr marL="0" marR="0" indent="0" algn="l" defTabSz="157139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0048" y="2062694"/>
              <a:ext cx="5472607" cy="41314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287" y="6212037"/>
            <a:ext cx="10976291" cy="2916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" name="Shape 161"/>
          <p:cNvSpPr/>
          <p:nvPr/>
        </p:nvSpPr>
        <p:spPr>
          <a:xfrm>
            <a:off x="2735028" y="409824"/>
            <a:ext cx="10521300" cy="793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7542" tIns="57542" rIns="57542" bIns="57542">
            <a:spAutoFit/>
          </a:bodyPr>
          <a:lstStyle>
            <a:lvl1pPr algn="ctr" defTabSz="612824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lvl1pPr>
          </a:lstStyle>
          <a:p>
            <a:r>
              <a:rPr lang="en-US" altLang="ko-KR" sz="4400" dirty="0" smtClean="0">
                <a:latin typeface="Adobe 고딕 Std B" pitchFamily="34" charset="-127"/>
                <a:ea typeface="Adobe 고딕 Std B" pitchFamily="34" charset="-127"/>
              </a:rPr>
              <a:t>2. </a:t>
            </a:r>
            <a:r>
              <a:rPr lang="ko-KR" altLang="en-US" sz="4400" dirty="0" smtClean="0">
                <a:latin typeface="Adobe 고딕 Std B" pitchFamily="34" charset="-127"/>
                <a:ea typeface="Adobe 고딕 Std B" pitchFamily="34" charset="-127"/>
              </a:rPr>
              <a:t>동적인 </a:t>
            </a:r>
            <a:r>
              <a:rPr lang="ko-KR" altLang="en-US" sz="4400" dirty="0" err="1" smtClean="0">
                <a:latin typeface="Adobe 고딕 Std B" pitchFamily="34" charset="-127"/>
                <a:ea typeface="Adobe 고딕 Std B" pitchFamily="34" charset="-127"/>
              </a:rPr>
              <a:t>맵</a:t>
            </a:r>
            <a:r>
              <a:rPr lang="ko-KR" altLang="en-US" sz="4400" dirty="0" smtClean="0">
                <a:latin typeface="Adobe 고딕 Std B" pitchFamily="34" charset="-127"/>
                <a:ea typeface="Adobe 고딕 Std B" pitchFamily="34" charset="-127"/>
              </a:rPr>
              <a:t> </a:t>
            </a:r>
            <a:r>
              <a:rPr lang="en-US" altLang="ko-KR" sz="4400" dirty="0">
                <a:latin typeface="Adobe 고딕 Std B" pitchFamily="34" charset="-127"/>
                <a:ea typeface="Adobe 고딕 Std B" pitchFamily="34" charset="-127"/>
              </a:rPr>
              <a:t>embed API </a:t>
            </a:r>
            <a:r>
              <a:rPr lang="en-US" altLang="ko-KR" sz="4400" dirty="0" smtClean="0">
                <a:latin typeface="Adobe 고딕 Std B" pitchFamily="34" charset="-127"/>
                <a:ea typeface="Adobe 고딕 Std B" pitchFamily="34" charset="-127"/>
              </a:rPr>
              <a:t>: </a:t>
            </a:r>
            <a:r>
              <a:rPr lang="en-US" altLang="ko-KR" sz="4400" dirty="0" err="1" smtClean="0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iframe</a:t>
            </a:r>
            <a:r>
              <a:rPr lang="ko-KR" altLang="en-US" sz="4400" dirty="0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태그 활용</a:t>
            </a:r>
            <a:endParaRPr sz="4400" dirty="0">
              <a:solidFill>
                <a:schemeClr val="bg1">
                  <a:lumMod val="65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1368360" y="7751419"/>
            <a:ext cx="1224136" cy="504056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639263" y="8255475"/>
            <a:ext cx="3768657" cy="360040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293906" y="1153592"/>
            <a:ext cx="132864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6"/>
              </a:rPr>
              <a:t>https://developers.google.com/maps/documentation/embed/get-started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713897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3126164" y="224331"/>
            <a:ext cx="9739035" cy="793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7542" tIns="57542" rIns="57542" bIns="57542">
            <a:spAutoFit/>
          </a:bodyPr>
          <a:lstStyle>
            <a:lvl1pPr algn="ctr" defTabSz="612824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lvl1pPr>
          </a:lstStyle>
          <a:p>
            <a:r>
              <a:rPr lang="en-US" altLang="ko-KR" sz="4400" dirty="0" smtClean="0">
                <a:latin typeface="Adobe 고딕 Std B" pitchFamily="34" charset="-127"/>
                <a:ea typeface="Adobe 고딕 Std B" pitchFamily="34" charset="-127"/>
              </a:rPr>
              <a:t>3. </a:t>
            </a:r>
            <a:r>
              <a:rPr lang="ko-KR" altLang="en-US" sz="4400" dirty="0" smtClean="0">
                <a:latin typeface="Adobe 고딕 Std B" pitchFamily="34" charset="-127"/>
                <a:ea typeface="Adobe 고딕 Std B" pitchFamily="34" charset="-127"/>
              </a:rPr>
              <a:t>동적인 </a:t>
            </a:r>
            <a:r>
              <a:rPr lang="ko-KR" altLang="en-US" sz="4400" dirty="0" err="1" smtClean="0">
                <a:latin typeface="Adobe 고딕 Std B" pitchFamily="34" charset="-127"/>
                <a:ea typeface="Adobe 고딕 Std B" pitchFamily="34" charset="-127"/>
              </a:rPr>
              <a:t>맵</a:t>
            </a:r>
            <a:r>
              <a:rPr lang="ko-KR" altLang="en-US" sz="4400" dirty="0" smtClean="0">
                <a:latin typeface="Adobe 고딕 Std B" pitchFamily="34" charset="-127"/>
                <a:ea typeface="Adobe 고딕 Std B" pitchFamily="34" charset="-127"/>
              </a:rPr>
              <a:t> </a:t>
            </a:r>
            <a:r>
              <a:rPr lang="en-US" altLang="ko-KR" sz="4400" dirty="0" err="1" smtClean="0">
                <a:latin typeface="Adobe 고딕 Std B" pitchFamily="34" charset="-127"/>
                <a:ea typeface="Adobe 고딕 Std B" pitchFamily="34" charset="-127"/>
              </a:rPr>
              <a:t>javascript</a:t>
            </a:r>
            <a:r>
              <a:rPr lang="en-US" altLang="ko-KR" sz="4400" dirty="0" smtClean="0">
                <a:latin typeface="Adobe 고딕 Std B" pitchFamily="34" charset="-127"/>
                <a:ea typeface="Adobe 고딕 Std B" pitchFamily="34" charset="-127"/>
              </a:rPr>
              <a:t> API :</a:t>
            </a:r>
            <a:r>
              <a:rPr lang="en-US" altLang="ko-KR" sz="4400" dirty="0" smtClean="0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 script</a:t>
            </a:r>
            <a:r>
              <a:rPr lang="ko-KR" altLang="en-US" sz="4400" dirty="0" smtClean="0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활용</a:t>
            </a:r>
            <a:endParaRPr sz="4400" dirty="0">
              <a:solidFill>
                <a:schemeClr val="bg1">
                  <a:lumMod val="65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476581" y="1692044"/>
            <a:ext cx="13038191" cy="4782748"/>
            <a:chOff x="1426512" y="1366398"/>
            <a:chExt cx="13038191" cy="4782748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 bwMode="auto">
            <a:xfrm>
              <a:off x="1426512" y="1366398"/>
              <a:ext cx="13038191" cy="18686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직사각형 1"/>
            <p:cNvSpPr/>
            <p:nvPr/>
          </p:nvSpPr>
          <p:spPr>
            <a:xfrm>
              <a:off x="5048176" y="2521744"/>
              <a:ext cx="1584176" cy="504056"/>
            </a:xfrm>
            <a:prstGeom prst="rect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7542" tIns="57542" rIns="57542" bIns="57542" numCol="1" spcCol="38100" rtlCol="0" anchor="ctr">
              <a:spAutoFit/>
            </a:bodyPr>
            <a:lstStyle/>
            <a:p>
              <a:pPr marL="0" marR="0" indent="0" algn="l" defTabSz="157139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787761" y="1393304"/>
              <a:ext cx="1584176" cy="504056"/>
            </a:xfrm>
            <a:prstGeom prst="rect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7542" tIns="57542" rIns="57542" bIns="57542" numCol="1" spcCol="38100" rtlCol="0" anchor="ctr">
              <a:spAutoFit/>
            </a:bodyPr>
            <a:lstStyle/>
            <a:p>
              <a:pPr marL="0" marR="0" indent="0" algn="l" defTabSz="157139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8040" y="2017688"/>
              <a:ext cx="5472607" cy="41314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" name="직사각형 4"/>
          <p:cNvSpPr/>
          <p:nvPr/>
        </p:nvSpPr>
        <p:spPr>
          <a:xfrm>
            <a:off x="10227920" y="6986240"/>
            <a:ext cx="6685056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0526" indent="-200526">
              <a:buSzPct val="100000"/>
              <a:defRPr sz="2600">
                <a:solidFill>
                  <a:srgbClr val="FA7E23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ko-KR" altLang="en-US" sz="2600" dirty="0" smtClean="0">
                <a:solidFill>
                  <a:srgbClr val="00B0F0"/>
                </a:solidFill>
              </a:rPr>
              <a:t>변경해야 </a:t>
            </a:r>
            <a:r>
              <a:rPr lang="ko-KR" altLang="en-US" sz="2600" dirty="0">
                <a:solidFill>
                  <a:srgbClr val="00B0F0"/>
                </a:solidFill>
              </a:rPr>
              <a:t>하는 </a:t>
            </a:r>
            <a:r>
              <a:rPr lang="ko-KR" altLang="en-US" sz="2600" dirty="0" smtClean="0">
                <a:solidFill>
                  <a:srgbClr val="00B0F0"/>
                </a:solidFill>
              </a:rPr>
              <a:t>부분</a:t>
            </a:r>
            <a:endParaRPr lang="ko-KR" altLang="en-US" sz="2600" dirty="0">
              <a:solidFill>
                <a:srgbClr val="FF0000"/>
              </a:solidFill>
            </a:endParaRPr>
          </a:p>
          <a:p>
            <a:pPr marL="514350" indent="-514350">
              <a:buSzPct val="100000"/>
              <a:buAutoNum type="arabicParenR"/>
              <a:defRPr sz="2600">
                <a:solidFill>
                  <a:srgbClr val="FA7E23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altLang="ko-KR" sz="2600" dirty="0" smtClean="0">
                <a:solidFill>
                  <a:srgbClr val="FF0000"/>
                </a:solidFill>
              </a:rPr>
              <a:t>YOUR_API_KEY </a:t>
            </a:r>
          </a:p>
          <a:p>
            <a:pPr marL="514350" indent="-514350">
              <a:buSzPct val="100000"/>
              <a:buAutoNum type="arabicParenR"/>
              <a:defRPr sz="2600">
                <a:solidFill>
                  <a:srgbClr val="FA7E23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ko-KR" altLang="en-US" sz="2600" dirty="0" smtClean="0">
                <a:solidFill>
                  <a:srgbClr val="FF0000"/>
                </a:solidFill>
              </a:rPr>
              <a:t>찾는 지점</a:t>
            </a:r>
            <a:endParaRPr lang="en-US" altLang="ko-KR" sz="2600" dirty="0" smtClean="0">
              <a:solidFill>
                <a:srgbClr val="FF0000"/>
              </a:solidFill>
            </a:endParaRPr>
          </a:p>
          <a:p>
            <a:pPr>
              <a:buSzPct val="100000"/>
              <a:defRPr sz="2600">
                <a:solidFill>
                  <a:srgbClr val="FA7E23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altLang="ko-KR" sz="2600" dirty="0" smtClean="0">
                <a:solidFill>
                  <a:schemeClr val="bg1">
                    <a:lumMod val="65000"/>
                  </a:schemeClr>
                </a:solidFill>
                <a:hlinkClick r:id="rId5"/>
              </a:rPr>
              <a:t>https</a:t>
            </a:r>
            <a:r>
              <a:rPr lang="en-US" altLang="ko-KR" sz="2600" dirty="0">
                <a:solidFill>
                  <a:schemeClr val="bg1">
                    <a:lumMod val="65000"/>
                  </a:schemeClr>
                </a:solidFill>
                <a:hlinkClick r:id="rId5"/>
              </a:rPr>
              <a:t>://</a:t>
            </a:r>
            <a:r>
              <a:rPr lang="en-US" altLang="ko-KR" sz="2600" b="1" dirty="0">
                <a:solidFill>
                  <a:schemeClr val="bg1">
                    <a:lumMod val="65000"/>
                  </a:schemeClr>
                </a:solidFill>
                <a:hlinkClick r:id="rId5"/>
              </a:rPr>
              <a:t>maps</a:t>
            </a:r>
            <a:r>
              <a:rPr lang="en-US" altLang="ko-KR" sz="2600" dirty="0">
                <a:solidFill>
                  <a:schemeClr val="bg1">
                    <a:lumMod val="65000"/>
                  </a:schemeClr>
                </a:solidFill>
                <a:hlinkClick r:id="rId5"/>
              </a:rPr>
              <a:t>.</a:t>
            </a:r>
            <a:r>
              <a:rPr lang="en-US" altLang="ko-KR" sz="2600" b="1" dirty="0">
                <a:solidFill>
                  <a:schemeClr val="bg1">
                    <a:lumMod val="65000"/>
                  </a:schemeClr>
                </a:solidFill>
                <a:hlinkClick r:id="rId5"/>
              </a:rPr>
              <a:t>google</a:t>
            </a:r>
            <a:r>
              <a:rPr lang="en-US" altLang="ko-KR" sz="2600" dirty="0">
                <a:solidFill>
                  <a:schemeClr val="bg1">
                    <a:lumMod val="65000"/>
                  </a:schemeClr>
                </a:solidFill>
                <a:hlinkClick r:id="rId5"/>
              </a:rPr>
              <a:t>.com/</a:t>
            </a:r>
            <a:r>
              <a:rPr lang="en-US" altLang="ko-KR" sz="2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en-US" sz="2600" dirty="0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에서 </a:t>
            </a:r>
            <a:r>
              <a:rPr lang="ko-KR" altLang="en-US" sz="2600" dirty="0" smtClean="0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검색</a:t>
            </a:r>
            <a:endParaRPr lang="en-US" altLang="ko-KR" sz="26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514350" indent="-514350">
              <a:buSzPct val="100000"/>
              <a:buAutoNum type="arabicParenR"/>
              <a:defRPr sz="2600">
                <a:solidFill>
                  <a:srgbClr val="FA7E23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ko-KR" altLang="en-US" sz="2600" dirty="0" smtClean="0">
                <a:solidFill>
                  <a:srgbClr val="FF0000"/>
                </a:solidFill>
              </a:rPr>
              <a:t>줌 수치</a:t>
            </a:r>
            <a:endParaRPr lang="ko-KR" altLang="en-US" sz="2600" dirty="0">
              <a:solidFill>
                <a:srgbClr val="FF0000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307782" y="1017646"/>
            <a:ext cx="132069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6"/>
              </a:rPr>
              <a:t>https://developers.google.com/maps/documentation/javascript/overview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1363433" y="5303474"/>
            <a:ext cx="8603067" cy="4156038"/>
            <a:chOff x="1461454" y="4991816"/>
            <a:chExt cx="8603067" cy="4156038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1454" y="4991816"/>
              <a:ext cx="8603067" cy="4156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직사각형 17"/>
            <p:cNvSpPr/>
            <p:nvPr/>
          </p:nvSpPr>
          <p:spPr>
            <a:xfrm>
              <a:off x="3231456" y="8003447"/>
              <a:ext cx="356179" cy="252028"/>
            </a:xfrm>
            <a:prstGeom prst="rect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7542" tIns="57542" rIns="57542" bIns="57542" numCol="1" spcCol="38100" rtlCol="0" anchor="ctr">
              <a:spAutoFit/>
            </a:bodyPr>
            <a:lstStyle/>
            <a:p>
              <a:pPr marL="0" marR="0" indent="0" algn="l" defTabSz="157139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3409545" y="7129685"/>
              <a:ext cx="1145322" cy="621734"/>
            </a:xfrm>
            <a:prstGeom prst="rect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7542" tIns="57542" rIns="57542" bIns="57542" numCol="1" spcCol="38100" rtlCol="0" anchor="ctr">
              <a:spAutoFit/>
            </a:bodyPr>
            <a:lstStyle/>
            <a:p>
              <a:pPr marL="0" marR="0" indent="0" algn="l" defTabSz="157139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97" y="4083418"/>
            <a:ext cx="8750019" cy="2344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직사각형 15"/>
          <p:cNvSpPr/>
          <p:nvPr/>
        </p:nvSpPr>
        <p:spPr>
          <a:xfrm>
            <a:off x="6183784" y="6014132"/>
            <a:ext cx="1080120" cy="252028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979428" y="6922562"/>
            <a:ext cx="540060" cy="252028"/>
          </a:xfrm>
          <a:prstGeom prst="rect">
            <a:avLst/>
          </a:prstGeom>
          <a:noFill/>
          <a:ln w="25400" cap="flat">
            <a:solidFill>
              <a:srgbClr val="FFFF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0121969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4677873" y="224331"/>
            <a:ext cx="6635621" cy="793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7542" tIns="57542" rIns="57542" bIns="57542">
            <a:spAutoFit/>
          </a:bodyPr>
          <a:lstStyle>
            <a:lvl1pPr algn="ctr" defTabSz="612824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lvl1pPr>
          </a:lstStyle>
          <a:p>
            <a:r>
              <a:rPr lang="en-US" altLang="ko-KR" sz="4400" dirty="0" smtClean="0">
                <a:latin typeface="Adobe 고딕 Std B" pitchFamily="34" charset="-127"/>
                <a:ea typeface="Adobe 고딕 Std B" pitchFamily="34" charset="-127"/>
              </a:rPr>
              <a:t>4. </a:t>
            </a:r>
            <a:r>
              <a:rPr lang="ko-KR" altLang="en-US" sz="4400" dirty="0" smtClean="0">
                <a:latin typeface="Adobe 고딕 Std B" pitchFamily="34" charset="-127"/>
                <a:ea typeface="Adobe 고딕 Std B" pitchFamily="34" charset="-127"/>
              </a:rPr>
              <a:t>사용자 </a:t>
            </a:r>
            <a:r>
              <a:rPr lang="ko-KR" altLang="en-US" sz="4400" dirty="0" err="1" smtClean="0">
                <a:latin typeface="Adobe 고딕 Std B" pitchFamily="34" charset="-127"/>
                <a:ea typeface="Adobe 고딕 Std B" pitchFamily="34" charset="-127"/>
              </a:rPr>
              <a:t>마커</a:t>
            </a:r>
            <a:r>
              <a:rPr lang="ko-KR" altLang="en-US" sz="4400" dirty="0" smtClean="0">
                <a:latin typeface="Adobe 고딕 Std B" pitchFamily="34" charset="-127"/>
                <a:ea typeface="Adobe 고딕 Std B" pitchFamily="34" charset="-127"/>
              </a:rPr>
              <a:t> </a:t>
            </a:r>
            <a:r>
              <a:rPr lang="en-US" altLang="ko-KR" sz="4400" dirty="0" smtClean="0">
                <a:latin typeface="Adobe 고딕 Std B" pitchFamily="34" charset="-127"/>
                <a:ea typeface="Adobe 고딕 Std B" pitchFamily="34" charset="-127"/>
              </a:rPr>
              <a:t>:</a:t>
            </a:r>
            <a:r>
              <a:rPr lang="en-US" altLang="ko-KR" sz="4400" dirty="0" smtClean="0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 script</a:t>
            </a:r>
            <a:r>
              <a:rPr lang="ko-KR" altLang="en-US" sz="4400" dirty="0" smtClean="0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활용</a:t>
            </a:r>
            <a:endParaRPr sz="4400" dirty="0">
              <a:solidFill>
                <a:schemeClr val="bg1">
                  <a:lumMod val="65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5"/>
          <a:stretch/>
        </p:blipFill>
        <p:spPr bwMode="auto">
          <a:xfrm>
            <a:off x="1246301" y="2082470"/>
            <a:ext cx="13796759" cy="1618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직사각형 14"/>
          <p:cNvSpPr/>
          <p:nvPr/>
        </p:nvSpPr>
        <p:spPr>
          <a:xfrm>
            <a:off x="6690602" y="2260879"/>
            <a:ext cx="1908212" cy="727043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71216" y="999642"/>
            <a:ext cx="1466909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4"/>
              </a:rPr>
              <a:t>https://developers.google.com/maps/documentation/javascript/examples/icon-simple?hl=ko</a:t>
            </a:r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9" t="19712" r="17858" b="25530"/>
          <a:stretch/>
        </p:blipFill>
        <p:spPr bwMode="auto">
          <a:xfrm>
            <a:off x="8238224" y="3177650"/>
            <a:ext cx="6680986" cy="3952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4455592" y="3169816"/>
            <a:ext cx="1080120" cy="504056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943424" y="5474072"/>
            <a:ext cx="576064" cy="360040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81" y="3706710"/>
            <a:ext cx="7340399" cy="5636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직사각형 24"/>
          <p:cNvSpPr/>
          <p:nvPr/>
        </p:nvSpPr>
        <p:spPr>
          <a:xfrm>
            <a:off x="1268313" y="7130256"/>
            <a:ext cx="6876367" cy="1800200"/>
          </a:xfrm>
          <a:prstGeom prst="rect">
            <a:avLst/>
          </a:prstGeom>
          <a:noFill/>
          <a:ln w="25400" cap="flat">
            <a:solidFill>
              <a:srgbClr val="FFFF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73628234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4113619" y="224331"/>
            <a:ext cx="7764135" cy="793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7542" tIns="57542" rIns="57542" bIns="57542">
            <a:spAutoFit/>
          </a:bodyPr>
          <a:lstStyle>
            <a:lvl1pPr algn="ctr" defTabSz="612824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lvl1pPr>
          </a:lstStyle>
          <a:p>
            <a:r>
              <a:rPr lang="en-US" altLang="ko-KR" sz="4400" dirty="0" smtClean="0">
                <a:latin typeface="Adobe 고딕 Std B" pitchFamily="34" charset="-127"/>
                <a:ea typeface="Adobe 고딕 Std B" pitchFamily="34" charset="-127"/>
              </a:rPr>
              <a:t>5. </a:t>
            </a:r>
            <a:r>
              <a:rPr lang="ko-KR" altLang="en-US" sz="4400" dirty="0" smtClean="0">
                <a:latin typeface="Adobe 고딕 Std B" pitchFamily="34" charset="-127"/>
                <a:ea typeface="Adobe 고딕 Std B" pitchFamily="34" charset="-127"/>
              </a:rPr>
              <a:t>애니메이션 </a:t>
            </a:r>
            <a:r>
              <a:rPr lang="ko-KR" altLang="en-US" sz="4400" dirty="0" err="1" smtClean="0">
                <a:latin typeface="Adobe 고딕 Std B" pitchFamily="34" charset="-127"/>
                <a:ea typeface="Adobe 고딕 Std B" pitchFamily="34" charset="-127"/>
              </a:rPr>
              <a:t>마커</a:t>
            </a:r>
            <a:r>
              <a:rPr lang="ko-KR" altLang="en-US" sz="4400" dirty="0" smtClean="0">
                <a:latin typeface="Adobe 고딕 Std B" pitchFamily="34" charset="-127"/>
                <a:ea typeface="Adobe 고딕 Std B" pitchFamily="34" charset="-127"/>
              </a:rPr>
              <a:t> </a:t>
            </a:r>
            <a:r>
              <a:rPr lang="en-US" altLang="ko-KR" sz="4400" dirty="0" smtClean="0">
                <a:latin typeface="Adobe 고딕 Std B" pitchFamily="34" charset="-127"/>
                <a:ea typeface="Adobe 고딕 Std B" pitchFamily="34" charset="-127"/>
              </a:rPr>
              <a:t>:</a:t>
            </a:r>
            <a:r>
              <a:rPr lang="en-US" altLang="ko-KR" sz="4400" dirty="0" smtClean="0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 script</a:t>
            </a:r>
            <a:r>
              <a:rPr lang="ko-KR" altLang="en-US" sz="4400" dirty="0" smtClean="0">
                <a:solidFill>
                  <a:schemeClr val="bg1">
                    <a:lumMod val="6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활용</a:t>
            </a:r>
            <a:endParaRPr sz="4400" dirty="0">
              <a:solidFill>
                <a:schemeClr val="bg1">
                  <a:lumMod val="65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5"/>
          <a:stretch/>
        </p:blipFill>
        <p:spPr bwMode="auto">
          <a:xfrm>
            <a:off x="1246301" y="2082470"/>
            <a:ext cx="13796759" cy="1618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직사각형 14"/>
          <p:cNvSpPr/>
          <p:nvPr/>
        </p:nvSpPr>
        <p:spPr>
          <a:xfrm>
            <a:off x="6690602" y="2260879"/>
            <a:ext cx="1908212" cy="727043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71216" y="999642"/>
            <a:ext cx="1466909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4"/>
              </a:rPr>
              <a:t>https://developers.google.com/maps/documentation/javascript/examples/marker-animations?hl=ko</a:t>
            </a:r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9" t="19712" r="17858" b="25530"/>
          <a:stretch/>
        </p:blipFill>
        <p:spPr bwMode="auto">
          <a:xfrm>
            <a:off x="8238224" y="3177650"/>
            <a:ext cx="6680986" cy="3952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4455592" y="3169816"/>
            <a:ext cx="1080120" cy="504056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943424" y="5474072"/>
            <a:ext cx="576064" cy="360040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81" y="3706710"/>
            <a:ext cx="7340399" cy="5636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직사각형 24"/>
          <p:cNvSpPr/>
          <p:nvPr/>
        </p:nvSpPr>
        <p:spPr>
          <a:xfrm>
            <a:off x="1268313" y="7130256"/>
            <a:ext cx="6876367" cy="1800200"/>
          </a:xfrm>
          <a:prstGeom prst="rect">
            <a:avLst/>
          </a:prstGeom>
          <a:noFill/>
          <a:ln w="25400" cap="flat">
            <a:solidFill>
              <a:srgbClr val="FFFF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7542" tIns="57542" rIns="57542" bIns="57542" numCol="1" spcCol="38100" rtlCol="0" anchor="ctr">
            <a:spAutoFit/>
          </a:bodyPr>
          <a:lstStyle/>
          <a:p>
            <a:pPr marL="0" marR="0" indent="0" algn="l" defTabSz="15713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4808971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Users\GREEN\Desktop\gnb__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224" y="2737768"/>
            <a:ext cx="7560840" cy="5435736"/>
          </a:xfrm>
          <a:prstGeom prst="rect">
            <a:avLst/>
          </a:prstGeom>
          <a:noFill/>
        </p:spPr>
      </p:pic>
      <p:sp>
        <p:nvSpPr>
          <p:cNvPr id="185" name="Shape 185"/>
          <p:cNvSpPr/>
          <p:nvPr/>
        </p:nvSpPr>
        <p:spPr>
          <a:xfrm>
            <a:off x="4167560" y="361505"/>
            <a:ext cx="8474334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>
            <a:lvl1pPr algn="ctr" defTabSz="612824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lvl1pPr>
          </a:lstStyle>
          <a:p>
            <a:r>
              <a:rPr lang="ko-KR" altLang="en-US" dirty="0" err="1" smtClean="0">
                <a:latin typeface="Adobe 고딕 Std B" pitchFamily="34" charset="-127"/>
                <a:ea typeface="Adobe 고딕 Std B" pitchFamily="34" charset="-127"/>
              </a:rPr>
              <a:t>그</a:t>
            </a:r>
            <a:r>
              <a:rPr lang="ko-KR" altLang="en-US" dirty="0" err="1">
                <a:latin typeface="Adobe 고딕 Std B" pitchFamily="34" charset="-127"/>
                <a:ea typeface="Adobe 고딕 Std B" pitchFamily="34" charset="-127"/>
              </a:rPr>
              <a:t>외</a:t>
            </a:r>
            <a:r>
              <a:rPr lang="ko-KR" altLang="en-US" dirty="0" smtClean="0">
                <a:latin typeface="Adobe 고딕 Std B" pitchFamily="34" charset="-127"/>
                <a:ea typeface="Adobe 고딕 Std B" pitchFamily="34" charset="-127"/>
              </a:rPr>
              <a:t> </a:t>
            </a: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UI : </a:t>
            </a:r>
            <a:r>
              <a:rPr lang="en-US" altLang="ko-KR" dirty="0" err="1" smtClean="0">
                <a:latin typeface="Adobe 고딕 Std B" pitchFamily="34" charset="-127"/>
                <a:ea typeface="Adobe 고딕 Std B" pitchFamily="34" charset="-127"/>
              </a:rPr>
              <a:t>InfoWindow</a:t>
            </a: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 </a:t>
            </a:r>
            <a:r>
              <a:rPr lang="en-US" dirty="0" smtClean="0">
                <a:latin typeface="Adobe 고딕 Std B" pitchFamily="34" charset="-127"/>
                <a:ea typeface="Adobe 고딕 Std B" pitchFamily="34" charset="-127"/>
              </a:rPr>
              <a:t>map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855192" y="1324098"/>
            <a:ext cx="14401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https://developers.google.com/maps/documentation/javascript/examples/marker-animations?hl=ko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864" y="4826000"/>
            <a:ext cx="7905750" cy="421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Helvetica"/>
        <a:ea typeface="Helvetica"/>
        <a:cs typeface="Helvetica"/>
      </a:majorFont>
      <a:minorFont>
        <a:latin typeface="맑은 고딕"/>
        <a:ea typeface="맑은 고딕"/>
        <a:cs typeface="맑은 고딕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57542" tIns="57542" rIns="57542" bIns="57542" numCol="1" spcCol="38100" rtlCol="0" anchor="ctr">
        <a:spAutoFit/>
      </a:bodyPr>
      <a:lstStyle>
        <a:defPPr marL="0" marR="0" indent="0" algn="l" defTabSz="15713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7542" tIns="57542" rIns="57542" bIns="57542" numCol="1" spcCol="38100" rtlCol="0" anchor="t">
        <a:spAutoFit/>
      </a:bodyPr>
      <a:lstStyle>
        <a:defPPr marL="0" marR="0" indent="0" algn="l" defTabSz="15713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Helvetica"/>
        <a:ea typeface="Helvetica"/>
        <a:cs typeface="Helvetica"/>
      </a:majorFont>
      <a:minorFont>
        <a:latin typeface="맑은 고딕"/>
        <a:ea typeface="맑은 고딕"/>
        <a:cs typeface="맑은 고딕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57542" tIns="57542" rIns="57542" bIns="57542" numCol="1" spcCol="38100" rtlCol="0" anchor="ctr">
        <a:spAutoFit/>
      </a:bodyPr>
      <a:lstStyle>
        <a:defPPr marL="0" marR="0" indent="0" algn="l" defTabSz="15713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7542" tIns="57542" rIns="57542" bIns="57542" numCol="1" spcCol="38100" rtlCol="0" anchor="t">
        <a:spAutoFit/>
      </a:bodyPr>
      <a:lstStyle>
        <a:defPPr marL="0" marR="0" indent="0" algn="l" defTabSz="15713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2175</TotalTime>
  <Words>113</Words>
  <Application>Microsoft Office PowerPoint</Application>
  <PresentationFormat>사용자 지정</PresentationFormat>
  <Paragraphs>28</Paragraphs>
  <Slides>10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Windows 사용자</cp:lastModifiedBy>
  <cp:revision>147</cp:revision>
  <dcterms:modified xsi:type="dcterms:W3CDTF">2020-09-25T09:29:52Z</dcterms:modified>
</cp:coreProperties>
</file>