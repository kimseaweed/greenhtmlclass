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9" r:id="rId2"/>
    <p:sldId id="288" r:id="rId3"/>
    <p:sldId id="378" r:id="rId4"/>
    <p:sldId id="403" r:id="rId5"/>
    <p:sldId id="404" r:id="rId6"/>
    <p:sldId id="416" r:id="rId7"/>
    <p:sldId id="405" r:id="rId8"/>
    <p:sldId id="407" r:id="rId9"/>
    <p:sldId id="415" r:id="rId10"/>
    <p:sldId id="406" r:id="rId11"/>
    <p:sldId id="408" r:id="rId12"/>
    <p:sldId id="375" r:id="rId13"/>
    <p:sldId id="409" r:id="rId14"/>
    <p:sldId id="410" r:id="rId15"/>
    <p:sldId id="411" r:id="rId16"/>
    <p:sldId id="412" r:id="rId17"/>
    <p:sldId id="413" r:id="rId18"/>
    <p:sldId id="29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66"/>
    <a:srgbClr val="0000FF"/>
    <a:srgbClr val="CC3399"/>
    <a:srgbClr val="FF9900"/>
    <a:srgbClr val="C04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-55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21E93-87BE-444D-9E3B-7A43E638A883}" type="datetimeFigureOut">
              <a:rPr lang="ko-KR" altLang="en-US" smtClean="0"/>
              <a:pPr/>
              <a:t>2020-04-20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67AE7-43DC-4FA6-90CC-7E01D7BED6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240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B3E7D-C6EA-460E-9C03-0FEF5569814C}" type="datetime1">
              <a:rPr lang="ko-KR" altLang="en-US" smtClean="0"/>
              <a:pPr/>
              <a:t>2020-04-20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Picture 3" descr="C:\Users\User\Desktop\kimssamclass_logo2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824520" y="118538"/>
            <a:ext cx="1210963" cy="400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5084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F08F-FA07-4967-ACE1-67A6EE72D9D1}" type="datetime1">
              <a:rPr lang="ko-KR" altLang="en-US" smtClean="0"/>
              <a:pPr/>
              <a:t>2020-04-20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84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FE15-A5D5-400D-B921-C7A942F817AD}" type="datetime1">
              <a:rPr lang="ko-KR" altLang="en-US" smtClean="0"/>
              <a:pPr/>
              <a:t>2020-04-20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0F109-416E-4491-8EA6-DD46932089E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Picture 3" descr="C:\Users\User\Desktop\kimssamclass_logo2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824520" y="118538"/>
            <a:ext cx="1210963" cy="400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6517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F489-3674-4527-BDFF-4123E00D45F2}" type="datetime1">
              <a:rPr lang="ko-KR" altLang="en-US" smtClean="0"/>
              <a:pPr/>
              <a:t>2020-04-20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0F109-416E-4491-8EA6-DD46932089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517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9D00E-D773-49E7-AC7F-F8555A1FE3EA}" type="datetime1">
              <a:rPr lang="ko-KR" altLang="en-US" smtClean="0"/>
              <a:pPr/>
              <a:t>2020-04-20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42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672553" y="6379907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김세지 강사</a:t>
            </a:r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4081" y="2457618"/>
            <a:ext cx="9533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 smtClean="0">
                <a:latin typeface="나눔바른고딕" pitchFamily="50" charset="-127"/>
                <a:ea typeface="나눔바른고딕" pitchFamily="50" charset="-127"/>
              </a:rPr>
              <a:t>부트스트랩을 활용한 반응형 웹 만들기</a:t>
            </a:r>
            <a:endParaRPr lang="ko-KR" altLang="en-US" sz="48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10" name="Picture 4" descr="C:\Users\User\Desktop\log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2415" y="1634290"/>
            <a:ext cx="3355975" cy="1079500"/>
          </a:xfrm>
          <a:prstGeom prst="rect">
            <a:avLst/>
          </a:prstGeom>
          <a:noFill/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31" y="3462383"/>
            <a:ext cx="2768469" cy="1471332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68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810639" y="2223764"/>
            <a:ext cx="883818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smtClean="0">
                <a:latin typeface="나눔바른고딕" pitchFamily="50" charset="-127"/>
                <a:ea typeface="나눔바른고딕" pitchFamily="50" charset="-127"/>
              </a:rPr>
              <a:t>STEP </a:t>
            </a:r>
            <a:r>
              <a:rPr lang="en-US" altLang="ko-KR" sz="3600" smtClean="0">
                <a:latin typeface="나눔바른고딕" pitchFamily="50" charset="-127"/>
                <a:ea typeface="나눔바른고딕" pitchFamily="50" charset="-127"/>
              </a:rPr>
              <a:t>06</a:t>
            </a:r>
            <a:endParaRPr lang="en-US" altLang="ko-KR" sz="3600" dirty="0" smtClean="0">
              <a:latin typeface="나눔바른고딕" pitchFamily="50" charset="-127"/>
              <a:ea typeface="나눔바른고딕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800" dirty="0" smtClean="0">
                <a:latin typeface="나눔바른고딕" pitchFamily="50" charset="-127"/>
                <a:ea typeface="나눔바른고딕" pitchFamily="50" charset="-127"/>
              </a:rPr>
              <a:t>helper class </a:t>
            </a:r>
            <a:r>
              <a:rPr lang="ko-KR" altLang="en-US" sz="4800" dirty="0" smtClean="0">
                <a:latin typeface="나눔바른고딕" pitchFamily="50" charset="-127"/>
                <a:ea typeface="나눔바른고딕" pitchFamily="50" charset="-127"/>
              </a:rPr>
              <a:t>도움을 주는 클래스들</a:t>
            </a:r>
            <a:endParaRPr lang="en-US" altLang="ko-KR" sz="4000" dirty="0" smtClean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030223" y="297884"/>
            <a:ext cx="836953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도움을 주는 클래스들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http://bootstrapk.com/css/#helper-classes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77656" y="1762457"/>
            <a:ext cx="8534400" cy="4162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030223" y="297884"/>
            <a:ext cx="836953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도움을 주는 클래스들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http://bootstrapk.com/css/#helper-classes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4907" y="1425651"/>
            <a:ext cx="7630964" cy="49387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030223" y="297884"/>
            <a:ext cx="836953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도움을 주는 클래스들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http://bootstrapk.com/css/#helper-classes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78961" y="1700766"/>
            <a:ext cx="8591550" cy="3924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283087" y="297884"/>
            <a:ext cx="3656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도움을 주는 클래스들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7" name="타원형 설명선 3"/>
          <p:cNvSpPr/>
          <p:nvPr/>
        </p:nvSpPr>
        <p:spPr>
          <a:xfrm rot="20600296" flipH="1">
            <a:off x="822766" y="344116"/>
            <a:ext cx="1961323" cy="1329482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아래 스타일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을 만들어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보세</a:t>
            </a:r>
            <a:r>
              <a:rPr lang="ko-KR" altLang="en-US" dirty="0"/>
              <a:t>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1846" y="5145932"/>
            <a:ext cx="9028434" cy="138499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latin typeface="나눔바른고딕" pitchFamily="50" charset="-127"/>
                <a:ea typeface="나눔바른고딕" pitchFamily="50" charset="-127"/>
              </a:rPr>
              <a:t>1)</a:t>
            </a:r>
            <a:r>
              <a:rPr lang="ko-KR" altLang="en-US" sz="2800" dirty="0">
                <a:latin typeface="나눔바른고딕" pitchFamily="50" charset="-127"/>
                <a:ea typeface="나눔바른고딕" pitchFamily="50" charset="-127"/>
              </a:rPr>
              <a:t>버튼태그가 </a:t>
            </a:r>
            <a:r>
              <a:rPr lang="en-US" altLang="ko-KR" sz="2800" dirty="0">
                <a:latin typeface="나눔바른고딕" pitchFamily="50" charset="-127"/>
                <a:ea typeface="나눔바른고딕" pitchFamily="50" charset="-127"/>
              </a:rPr>
              <a:t>data-dismiss="alert"</a:t>
            </a:r>
            <a:r>
              <a:rPr lang="ko-KR" altLang="en-US" sz="2800" dirty="0">
                <a:latin typeface="나눔바른고딕" pitchFamily="50" charset="-127"/>
                <a:ea typeface="나눔바른고딕" pitchFamily="50" charset="-127"/>
              </a:rPr>
              <a:t>속성을 가지고 있고 </a:t>
            </a:r>
          </a:p>
          <a:p>
            <a:pPr algn="ctr"/>
            <a:r>
              <a:rPr lang="ko-KR" altLang="en-US" sz="2800" dirty="0">
                <a:latin typeface="나눔바른고딕" pitchFamily="50" charset="-127"/>
                <a:ea typeface="나눔바른고딕" pitchFamily="50" charset="-127"/>
              </a:rPr>
              <a:t>    </a:t>
            </a:r>
            <a:r>
              <a:rPr lang="en-US" altLang="ko-KR" sz="2800" dirty="0">
                <a:latin typeface="나눔바른고딕" pitchFamily="50" charset="-127"/>
                <a:ea typeface="나눔바른고딕" pitchFamily="50" charset="-127"/>
              </a:rPr>
              <a:t>2)</a:t>
            </a:r>
            <a:r>
              <a:rPr lang="ko-KR" altLang="en-US" sz="2800" dirty="0">
                <a:latin typeface="나눔바른고딕" pitchFamily="50" charset="-127"/>
                <a:ea typeface="나눔바른고딕" pitchFamily="50" charset="-127"/>
              </a:rPr>
              <a:t>부모요소에게도 </a:t>
            </a:r>
            <a:r>
              <a:rPr lang="en-US" altLang="ko-KR" sz="2800" dirty="0">
                <a:latin typeface="나눔바른고딕" pitchFamily="50" charset="-127"/>
                <a:ea typeface="나눔바른고딕" pitchFamily="50" charset="-127"/>
              </a:rPr>
              <a:t>class="alert"</a:t>
            </a:r>
            <a:r>
              <a:rPr lang="ko-KR" altLang="en-US" sz="2800" dirty="0">
                <a:latin typeface="나눔바른고딕" pitchFamily="50" charset="-127"/>
                <a:ea typeface="나눔바른고딕" pitchFamily="50" charset="-127"/>
              </a:rPr>
              <a:t>를 가지고 있으면</a:t>
            </a:r>
          </a:p>
          <a:p>
            <a:pPr algn="ctr"/>
            <a:r>
              <a:rPr lang="ko-KR" altLang="en-US" sz="2800" dirty="0">
                <a:latin typeface="나눔바른고딕" pitchFamily="50" charset="-127"/>
                <a:ea typeface="나눔바른고딕" pitchFamily="50" charset="-127"/>
              </a:rPr>
              <a:t>    </a:t>
            </a:r>
            <a:r>
              <a:rPr lang="ko-KR" altLang="en-US" sz="2800" dirty="0" smtClean="0">
                <a:latin typeface="나눔바른고딕" pitchFamily="50" charset="-127"/>
                <a:ea typeface="나눔바른고딕" pitchFamily="50" charset="-127"/>
              </a:rPr>
              <a:t>자바스크립트가 </a:t>
            </a:r>
            <a:r>
              <a:rPr lang="ko-KR" altLang="en-US" sz="2800" dirty="0">
                <a:latin typeface="나눔바른고딕" pitchFamily="50" charset="-127"/>
                <a:ea typeface="나눔바른고딕" pitchFamily="50" charset="-127"/>
              </a:rPr>
              <a:t>동작하여 클릭했을 때 없어지도록 동작한다</a:t>
            </a:r>
            <a:r>
              <a:rPr lang="en-US" altLang="ko-KR" sz="2800" dirty="0">
                <a:latin typeface="나눔바른고딕" pitchFamily="50" charset="-127"/>
                <a:ea typeface="나눔바른고딕" pitchFamily="50" charset="-127"/>
              </a:rPr>
              <a:t>.</a:t>
            </a:r>
            <a:endParaRPr lang="en-US" altLang="ko-KR" sz="2800" dirty="0" smtClean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"/>
          <a:stretch/>
        </p:blipFill>
        <p:spPr bwMode="auto">
          <a:xfrm>
            <a:off x="3765575" y="3629433"/>
            <a:ext cx="4381318" cy="12893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198007" y="3150515"/>
            <a:ext cx="100410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latin typeface="나눔바른고딕" pitchFamily="50" charset="-127"/>
                <a:ea typeface="나눔바른고딕" pitchFamily="50" charset="-127"/>
              </a:rPr>
              <a:t>x</a:t>
            </a:r>
            <a:r>
              <a:rPr lang="ko-KR" altLang="en-US" sz="2400" dirty="0">
                <a:latin typeface="나눔바른고딕" pitchFamily="50" charset="-127"/>
                <a:ea typeface="나눔바른고딕" pitchFamily="50" charset="-127"/>
              </a:rPr>
              <a:t>버튼을 만들고 싶을 때 </a:t>
            </a:r>
            <a:r>
              <a:rPr lang="en-US" altLang="ko-KR" sz="2400" dirty="0">
                <a:latin typeface="나눔바른고딕" pitchFamily="50" charset="-127"/>
                <a:ea typeface="나눔바른고딕" pitchFamily="50" charset="-127"/>
              </a:rPr>
              <a:t>span</a:t>
            </a:r>
            <a:r>
              <a:rPr lang="ko-KR" altLang="en-US" sz="2400" dirty="0" smtClean="0">
                <a:latin typeface="나눔바른고딕" pitchFamily="50" charset="-127"/>
                <a:ea typeface="나눔바른고딕" pitchFamily="50" charset="-127"/>
              </a:rPr>
              <a:t>태그 안에 </a:t>
            </a:r>
            <a:r>
              <a:rPr lang="en-US" altLang="ko-KR" sz="2400" dirty="0">
                <a:latin typeface="나눔바른고딕" pitchFamily="50" charset="-127"/>
                <a:ea typeface="나눔바른고딕" pitchFamily="50" charset="-127"/>
              </a:rPr>
              <a:t>×</a:t>
            </a:r>
            <a:r>
              <a:rPr lang="ko-KR" altLang="en-US" sz="2400" dirty="0">
                <a:latin typeface="나눔바른고딕" pitchFamily="50" charset="-127"/>
                <a:ea typeface="나눔바른고딕" pitchFamily="50" charset="-127"/>
              </a:rPr>
              <a:t>을 주고 </a:t>
            </a:r>
            <a:r>
              <a:rPr lang="en-US" altLang="ko-KR" sz="2400" dirty="0">
                <a:latin typeface="나눔바른고딕" pitchFamily="50" charset="-127"/>
                <a:ea typeface="나눔바른고딕" pitchFamily="50" charset="-127"/>
              </a:rPr>
              <a:t>class</a:t>
            </a:r>
            <a:r>
              <a:rPr lang="ko-KR" altLang="en-US" sz="2400" dirty="0">
                <a:latin typeface="나눔바른고딕" pitchFamily="50" charset="-127"/>
                <a:ea typeface="나눔바른고딕" pitchFamily="50" charset="-127"/>
              </a:rPr>
              <a:t>명으로 </a:t>
            </a:r>
            <a:r>
              <a:rPr lang="en-US" altLang="ko-KR" sz="2400" dirty="0">
                <a:latin typeface="나눔바른고딕" pitchFamily="50" charset="-127"/>
                <a:ea typeface="나눔바른고딕" pitchFamily="50" charset="-127"/>
              </a:rPr>
              <a:t>close</a:t>
            </a:r>
            <a:r>
              <a:rPr lang="ko-KR" altLang="en-US" sz="2400" dirty="0">
                <a:latin typeface="나눔바른고딕" pitchFamily="50" charset="-127"/>
                <a:ea typeface="나눔바른고딕" pitchFamily="50" charset="-127"/>
              </a:rPr>
              <a:t>를 부여한다</a:t>
            </a:r>
            <a:r>
              <a:rPr lang="en-US" altLang="ko-KR" sz="2400" dirty="0">
                <a:latin typeface="나눔바른고딕" pitchFamily="50" charset="-127"/>
                <a:ea typeface="나눔바른고딕" pitchFamily="50" charset="-127"/>
              </a:rPr>
              <a:t>.</a:t>
            </a:r>
            <a:endParaRPr lang="en-US" altLang="ko-KR" sz="2400" dirty="0" smtClean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12" name="Picture 2" descr="I:\☆lecture\unit05_BS05부트스트랩 폼태그와 버튼스타일,반응형이미지,도움클래스_1~3H\04_helper class 도움을 주는 클래스들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" t="50517" r="87406" b="44282"/>
          <a:stretch/>
        </p:blipFill>
        <p:spPr bwMode="auto">
          <a:xfrm>
            <a:off x="4283087" y="1730619"/>
            <a:ext cx="3105509" cy="8621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4464242" y="1155733"/>
            <a:ext cx="2751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나눔바른고딕" pitchFamily="50" charset="-127"/>
                <a:ea typeface="나눔바른고딕" pitchFamily="50" charset="-127"/>
              </a:rPr>
              <a:t>실제 </a:t>
            </a:r>
            <a:r>
              <a:rPr lang="en-US" altLang="ko-KR" sz="2400" dirty="0" smtClean="0">
                <a:latin typeface="나눔바른고딕" pitchFamily="50" charset="-127"/>
                <a:ea typeface="나눔바른고딕" pitchFamily="50" charset="-127"/>
              </a:rPr>
              <a:t>caret</a:t>
            </a:r>
            <a:r>
              <a:rPr lang="ko-KR" altLang="en-US" sz="2400" dirty="0" smtClean="0">
                <a:latin typeface="나눔바른고딕" pitchFamily="50" charset="-127"/>
                <a:ea typeface="나눔바른고딕" pitchFamily="50" charset="-127"/>
              </a:rPr>
              <a:t>의 사용 예</a:t>
            </a:r>
            <a:endParaRPr lang="en-US" altLang="ko-KR" sz="2400" dirty="0" smtClean="0">
              <a:latin typeface="나눔바른고딕" pitchFamily="50" charset="-127"/>
              <a:ea typeface="나눔바른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5005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030223" y="297884"/>
            <a:ext cx="836953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도움을 주는 클래스들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http://bootstrapk.com/css/#helper-classes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7674" y="1509270"/>
            <a:ext cx="8486775" cy="4562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030223" y="297884"/>
            <a:ext cx="836953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도움을 주는 클래스들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http://bootstrapk.com/css/#helper-classes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7341" y="1554015"/>
            <a:ext cx="8572500" cy="4600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386605" y="1028874"/>
            <a:ext cx="3656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도움을 주는 클래스들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7" name="타원형 설명선 3"/>
          <p:cNvSpPr/>
          <p:nvPr/>
        </p:nvSpPr>
        <p:spPr>
          <a:xfrm rot="20600296" flipH="1">
            <a:off x="822766" y="344116"/>
            <a:ext cx="1961323" cy="1329482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아래 스타일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을 만들어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보세</a:t>
            </a:r>
            <a:r>
              <a:rPr lang="ko-KR" altLang="en-US" dirty="0"/>
              <a:t>요</a:t>
            </a:r>
          </a:p>
        </p:txBody>
      </p:sp>
      <p:pic>
        <p:nvPicPr>
          <p:cNvPr id="1026" name="Picture 2" descr="I:\☆lecture\unit05_BS05부트스트랩 폼태그와 버튼스타일,반응형이미지,도움클래스_1~3H\04_helper class 도움을 주는 클래스들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6" t="59628" r="1107" b="25236"/>
          <a:stretch/>
        </p:blipFill>
        <p:spPr bwMode="auto">
          <a:xfrm>
            <a:off x="448573" y="2888347"/>
            <a:ext cx="11530061" cy="115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24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978464" y="297884"/>
            <a:ext cx="836953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도움을 주는 클래스들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http://bootstrapk.com/css/#helper-classes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94687" y="1771918"/>
            <a:ext cx="9640606" cy="40250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030223" y="246125"/>
            <a:ext cx="836953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도움을 주는 클래스들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http://bootstrapk.com/css/#helper-classes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/>
          <a:srcRect b="34928"/>
          <a:stretch/>
        </p:blipFill>
        <p:spPr bwMode="auto">
          <a:xfrm>
            <a:off x="3247493" y="1403086"/>
            <a:ext cx="6635157" cy="30826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타원형 설명선 3"/>
          <p:cNvSpPr/>
          <p:nvPr/>
        </p:nvSpPr>
        <p:spPr>
          <a:xfrm rot="20600296" flipH="1">
            <a:off x="308762" y="1775017"/>
            <a:ext cx="2814690" cy="2127582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디바이스 사이즈에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 따라서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보이고 숨기는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클래스는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다음 강에서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 만나요</a:t>
            </a:r>
            <a:endParaRPr lang="ko-KR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368" y="4635260"/>
            <a:ext cx="6635780" cy="20315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41553" y="1277192"/>
            <a:ext cx="1156278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400" dirty="0" smtClean="0"/>
              <a:t>x</a:t>
            </a:r>
            <a:r>
              <a:rPr lang="ko-KR" altLang="en-US" sz="2400" dirty="0" smtClean="0"/>
              <a:t>버튼을 만들고 싶을 때 </a:t>
            </a:r>
            <a:r>
              <a:rPr lang="en-US" altLang="ko-KR" sz="2400" dirty="0" smtClean="0"/>
              <a:t>span</a:t>
            </a:r>
            <a:r>
              <a:rPr lang="ko-KR" altLang="en-US" sz="2400" dirty="0" smtClean="0"/>
              <a:t>태그 안에 </a:t>
            </a:r>
            <a:r>
              <a:rPr lang="en-US" altLang="ko-KR" sz="2400" dirty="0" smtClean="0"/>
              <a:t>x</a:t>
            </a:r>
            <a:r>
              <a:rPr lang="ko-KR" altLang="en-US" sz="2400" dirty="0" smtClean="0"/>
              <a:t>를 주고 </a:t>
            </a:r>
            <a:r>
              <a:rPr lang="ko-KR" altLang="en-US" sz="2400" dirty="0" err="1" smtClean="0"/>
              <a:t>클래스명으로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.close</a:t>
            </a:r>
          </a:p>
          <a:p>
            <a:pPr marL="457200" indent="-457200"/>
            <a:r>
              <a:rPr lang="ko-KR" altLang="en-US" sz="2400" dirty="0" err="1" smtClean="0"/>
              <a:t>를</a:t>
            </a:r>
            <a:r>
              <a:rPr lang="ko-KR" altLang="en-US" sz="2400" dirty="0" smtClean="0"/>
              <a:t> 부여한다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>
              <a:buAutoNum type="arabicPeriod" startAt="2"/>
            </a:pPr>
            <a:r>
              <a:rPr lang="ko-KR" altLang="en-US" sz="2400" dirty="0" err="1" smtClean="0"/>
              <a:t>경고창을</a:t>
            </a:r>
            <a:r>
              <a:rPr lang="ko-KR" altLang="en-US" sz="2400" dirty="0" smtClean="0"/>
              <a:t> 클릭하여 없어지도록 동작하려면 </a:t>
            </a:r>
            <a:r>
              <a:rPr lang="en-US" altLang="ko-KR" sz="2400" dirty="0" smtClean="0"/>
              <a:t>1)</a:t>
            </a:r>
            <a:r>
              <a:rPr lang="ko-KR" altLang="en-US" sz="2400" dirty="0" smtClean="0"/>
              <a:t>버튼태그가 </a:t>
            </a:r>
            <a:r>
              <a:rPr lang="en-US" altLang="ko-KR" sz="2400" dirty="0" smtClean="0"/>
              <a:t>data-dismiss="alert“</a:t>
            </a:r>
          </a:p>
          <a:p>
            <a:pPr marL="457200" indent="-457200"/>
            <a:r>
              <a:rPr lang="ko-KR" altLang="en-US" sz="2400" dirty="0" smtClean="0"/>
              <a:t>속성을 가지고 있고 </a:t>
            </a:r>
            <a:r>
              <a:rPr lang="en-US" altLang="ko-KR" sz="2400" dirty="0" smtClean="0"/>
              <a:t>2)</a:t>
            </a:r>
            <a:r>
              <a:rPr lang="ko-KR" altLang="en-US" sz="2400" dirty="0" smtClean="0"/>
              <a:t>부모요소에게도 </a:t>
            </a:r>
            <a:r>
              <a:rPr lang="en-US" altLang="ko-KR" sz="2400" dirty="0" smtClean="0">
                <a:solidFill>
                  <a:srgbClr val="FF0000"/>
                </a:solidFill>
              </a:rPr>
              <a:t>class="alert"</a:t>
            </a:r>
            <a:r>
              <a:rPr lang="ko-KR" altLang="en-US" sz="2400" dirty="0" smtClean="0"/>
              <a:t>를 가지고 있으면 자바스크립트</a:t>
            </a:r>
            <a:endParaRPr lang="en-US" altLang="ko-KR" sz="2400" dirty="0" smtClean="0"/>
          </a:p>
          <a:p>
            <a:pPr marL="457200" indent="-457200"/>
            <a:r>
              <a:rPr lang="ko-KR" altLang="en-US" sz="2400" dirty="0" smtClean="0"/>
              <a:t>가 동작하여 클릭했을 때 없어지도록 동작한다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3. </a:t>
            </a:r>
            <a:r>
              <a:rPr lang="ko-KR" altLang="en-US" sz="2400" dirty="0" err="1" smtClean="0"/>
              <a:t>토글</a:t>
            </a:r>
            <a:r>
              <a:rPr lang="ko-KR" altLang="en-US" sz="2400" dirty="0" smtClean="0"/>
              <a:t> 버튼 스타일을 만들고 싶을 때 </a:t>
            </a:r>
            <a:r>
              <a:rPr lang="en-US" altLang="ko-KR" sz="2400" dirty="0" smtClean="0"/>
              <a:t>span</a:t>
            </a:r>
            <a:r>
              <a:rPr lang="ko-KR" altLang="en-US" sz="2400" dirty="0" smtClean="0"/>
              <a:t>태그에 </a:t>
            </a:r>
            <a:r>
              <a:rPr lang="en-US" altLang="ko-KR" sz="2400" dirty="0" smtClean="0">
                <a:solidFill>
                  <a:srgbClr val="FF0000"/>
                </a:solidFill>
              </a:rPr>
              <a:t>caret</a:t>
            </a:r>
            <a:r>
              <a:rPr lang="ko-KR" altLang="en-US" sz="2400" dirty="0" smtClean="0"/>
              <a:t>클래스명을 사용한다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4. </a:t>
            </a:r>
            <a:r>
              <a:rPr lang="ko-KR" altLang="en-US" sz="2400" dirty="0" smtClean="0"/>
              <a:t>원하는 요소를 왼쪽으로 당기려면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.pull-left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오른쪽으로 당기려면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.pull-right</a:t>
            </a:r>
          </a:p>
          <a:p>
            <a:pPr marL="457200" indent="-457200"/>
            <a:r>
              <a:rPr lang="ko-KR" altLang="en-US" sz="2400" dirty="0" smtClean="0"/>
              <a:t>클래스명을 사용하여 </a:t>
            </a:r>
            <a:r>
              <a:rPr lang="en-US" altLang="ko-KR" sz="2400" dirty="0" smtClean="0"/>
              <a:t>float</a:t>
            </a:r>
            <a:r>
              <a:rPr lang="ko-KR" altLang="en-US" sz="2400" dirty="0" smtClean="0"/>
              <a:t>할 수 있고 </a:t>
            </a:r>
            <a:r>
              <a:rPr lang="en-US" altLang="ko-KR" sz="2400" dirty="0" smtClean="0"/>
              <a:t>float</a:t>
            </a:r>
            <a:r>
              <a:rPr lang="ko-KR" altLang="en-US" sz="2400" dirty="0" smtClean="0"/>
              <a:t>를 해제하려는 요소에는 </a:t>
            </a:r>
            <a:r>
              <a:rPr lang="en-US" altLang="ko-KR" sz="2400" dirty="0" smtClean="0">
                <a:solidFill>
                  <a:srgbClr val="FF0000"/>
                </a:solidFill>
              </a:rPr>
              <a:t>.clearfix </a:t>
            </a:r>
            <a:r>
              <a:rPr lang="ko-KR" altLang="en-US" sz="2400" dirty="0" smtClean="0"/>
              <a:t>클래스</a:t>
            </a:r>
            <a:endParaRPr lang="en-US" altLang="ko-KR" sz="2400" dirty="0" smtClean="0"/>
          </a:p>
          <a:p>
            <a:pPr marL="457200" indent="-457200"/>
            <a:r>
              <a:rPr lang="ko-KR" altLang="en-US" sz="2400" dirty="0" smtClean="0"/>
              <a:t>명을 준다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5. </a:t>
            </a:r>
            <a:r>
              <a:rPr lang="ko-KR" altLang="en-US" sz="2400" dirty="0" smtClean="0"/>
              <a:t>해당 </a:t>
            </a:r>
            <a:r>
              <a:rPr lang="ko-KR" altLang="en-US" sz="2400" dirty="0" err="1" smtClean="0"/>
              <a:t>컨텐츠를</a:t>
            </a:r>
            <a:r>
              <a:rPr lang="ko-KR" altLang="en-US" sz="2400" dirty="0" smtClean="0"/>
              <a:t> 중간으로 배치하려면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.center-block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부여한다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585857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9474563" y="1302236"/>
            <a:ext cx="90878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649537" y="2796186"/>
            <a:ext cx="183308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7310911" y="3865133"/>
            <a:ext cx="777021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404838" y="4599228"/>
            <a:ext cx="120202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9706380" y="4599228"/>
            <a:ext cx="1472481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9500319" y="5049989"/>
            <a:ext cx="1111873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5726809" y="6106056"/>
            <a:ext cx="1871726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8730424" y="2397985"/>
            <a:ext cx="2863477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3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41553" y="1277192"/>
            <a:ext cx="1156278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400" dirty="0" smtClean="0"/>
              <a:t>x</a:t>
            </a:r>
            <a:r>
              <a:rPr lang="ko-KR" altLang="en-US" sz="2400" dirty="0" smtClean="0"/>
              <a:t>버튼을 만들고 싶을 때 </a:t>
            </a:r>
            <a:r>
              <a:rPr lang="en-US" altLang="ko-KR" sz="2400" dirty="0" smtClean="0"/>
              <a:t>span</a:t>
            </a:r>
            <a:r>
              <a:rPr lang="ko-KR" altLang="en-US" sz="2400" dirty="0" smtClean="0"/>
              <a:t>태그 안에 </a:t>
            </a:r>
            <a:r>
              <a:rPr lang="en-US" altLang="ko-KR" sz="2400" dirty="0" smtClean="0"/>
              <a:t>x</a:t>
            </a:r>
            <a:r>
              <a:rPr lang="ko-KR" altLang="en-US" sz="2400" dirty="0" smtClean="0"/>
              <a:t>를 주고 </a:t>
            </a:r>
            <a:r>
              <a:rPr lang="ko-KR" altLang="en-US" sz="2400" dirty="0" err="1" smtClean="0"/>
              <a:t>클래스명으로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.close</a:t>
            </a:r>
          </a:p>
          <a:p>
            <a:pPr marL="457200" indent="-457200"/>
            <a:r>
              <a:rPr lang="ko-KR" altLang="en-US" sz="2400" dirty="0" err="1" smtClean="0"/>
              <a:t>를</a:t>
            </a:r>
            <a:r>
              <a:rPr lang="ko-KR" altLang="en-US" sz="2400" dirty="0" smtClean="0"/>
              <a:t> 부여한다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>
              <a:buAutoNum type="arabicPeriod" startAt="2"/>
            </a:pPr>
            <a:r>
              <a:rPr lang="ko-KR" altLang="en-US" sz="2400" dirty="0" err="1" smtClean="0"/>
              <a:t>경고창을</a:t>
            </a:r>
            <a:r>
              <a:rPr lang="ko-KR" altLang="en-US" sz="2400" dirty="0" smtClean="0"/>
              <a:t> 클릭하여 없어지도록 동작하려면 </a:t>
            </a:r>
            <a:r>
              <a:rPr lang="en-US" altLang="ko-KR" sz="2400" dirty="0" smtClean="0"/>
              <a:t>1)</a:t>
            </a:r>
            <a:r>
              <a:rPr lang="ko-KR" altLang="en-US" sz="2400" dirty="0" smtClean="0"/>
              <a:t>버튼태그가 </a:t>
            </a:r>
            <a:r>
              <a:rPr lang="en-US" altLang="ko-KR" sz="2400" dirty="0" smtClean="0"/>
              <a:t>data-dismiss="alert“</a:t>
            </a:r>
          </a:p>
          <a:p>
            <a:pPr marL="457200" indent="-457200"/>
            <a:r>
              <a:rPr lang="ko-KR" altLang="en-US" sz="2400" dirty="0" smtClean="0"/>
              <a:t>속성을 가지고 있고 </a:t>
            </a:r>
            <a:r>
              <a:rPr lang="en-US" altLang="ko-KR" sz="2400" dirty="0" smtClean="0"/>
              <a:t>2)</a:t>
            </a:r>
            <a:r>
              <a:rPr lang="ko-KR" altLang="en-US" sz="2400" dirty="0" smtClean="0"/>
              <a:t>부모요소에게도 </a:t>
            </a:r>
            <a:r>
              <a:rPr lang="en-US" altLang="ko-KR" sz="2400" dirty="0" smtClean="0">
                <a:solidFill>
                  <a:srgbClr val="FF0000"/>
                </a:solidFill>
              </a:rPr>
              <a:t>class="alert"</a:t>
            </a:r>
            <a:r>
              <a:rPr lang="ko-KR" altLang="en-US" sz="2400" dirty="0" smtClean="0"/>
              <a:t>를 가지고 있으면 자바스크립트</a:t>
            </a:r>
            <a:endParaRPr lang="en-US" altLang="ko-KR" sz="2400" dirty="0" smtClean="0"/>
          </a:p>
          <a:p>
            <a:pPr marL="457200" indent="-457200"/>
            <a:r>
              <a:rPr lang="ko-KR" altLang="en-US" sz="2400" dirty="0" smtClean="0"/>
              <a:t>가 동작하여 클릭했을 때 없어지도록 동작한다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3. </a:t>
            </a:r>
            <a:r>
              <a:rPr lang="ko-KR" altLang="en-US" sz="2400" dirty="0" err="1" smtClean="0"/>
              <a:t>토글</a:t>
            </a:r>
            <a:r>
              <a:rPr lang="ko-KR" altLang="en-US" sz="2400" dirty="0" smtClean="0"/>
              <a:t> 버튼 스타일을 만들고 싶을 때 </a:t>
            </a:r>
            <a:r>
              <a:rPr lang="en-US" altLang="ko-KR" sz="2400" dirty="0" smtClean="0"/>
              <a:t>span</a:t>
            </a:r>
            <a:r>
              <a:rPr lang="ko-KR" altLang="en-US" sz="2400" dirty="0" smtClean="0"/>
              <a:t>태그에 </a:t>
            </a:r>
            <a:r>
              <a:rPr lang="en-US" altLang="ko-KR" sz="2400" dirty="0" smtClean="0">
                <a:solidFill>
                  <a:srgbClr val="FF0000"/>
                </a:solidFill>
              </a:rPr>
              <a:t>caret</a:t>
            </a:r>
            <a:r>
              <a:rPr lang="ko-KR" altLang="en-US" sz="2400" dirty="0" smtClean="0"/>
              <a:t>클래스명을 사용한다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4. </a:t>
            </a:r>
            <a:r>
              <a:rPr lang="ko-KR" altLang="en-US" sz="2400" dirty="0" smtClean="0"/>
              <a:t>원하는 요소를 왼쪽으로 당기려면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.pull-left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오른쪽으로 당기려면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.pull-right</a:t>
            </a:r>
          </a:p>
          <a:p>
            <a:pPr marL="457200" indent="-457200"/>
            <a:r>
              <a:rPr lang="ko-KR" altLang="en-US" sz="2400" dirty="0" smtClean="0"/>
              <a:t>클래스명을 사용하여 </a:t>
            </a:r>
            <a:r>
              <a:rPr lang="en-US" altLang="ko-KR" sz="2400" dirty="0" smtClean="0"/>
              <a:t>float</a:t>
            </a:r>
            <a:r>
              <a:rPr lang="ko-KR" altLang="en-US" sz="2400" dirty="0" smtClean="0"/>
              <a:t>할 수 있고 </a:t>
            </a:r>
            <a:r>
              <a:rPr lang="en-US" altLang="ko-KR" sz="2400" dirty="0" smtClean="0"/>
              <a:t>float</a:t>
            </a:r>
            <a:r>
              <a:rPr lang="ko-KR" altLang="en-US" sz="2400" dirty="0" smtClean="0"/>
              <a:t>를 해제하려는 요소에는 </a:t>
            </a:r>
            <a:r>
              <a:rPr lang="en-US" altLang="ko-KR" sz="2400" dirty="0" smtClean="0">
                <a:solidFill>
                  <a:srgbClr val="FF0000"/>
                </a:solidFill>
              </a:rPr>
              <a:t>.clearfix </a:t>
            </a:r>
            <a:r>
              <a:rPr lang="ko-KR" altLang="en-US" sz="2400" dirty="0" smtClean="0"/>
              <a:t>클래스</a:t>
            </a:r>
            <a:endParaRPr lang="en-US" altLang="ko-KR" sz="2400" dirty="0" smtClean="0"/>
          </a:p>
          <a:p>
            <a:pPr marL="457200" indent="-457200"/>
            <a:r>
              <a:rPr lang="ko-KR" altLang="en-US" sz="2400" dirty="0" smtClean="0"/>
              <a:t>명을 준다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5. </a:t>
            </a:r>
            <a:r>
              <a:rPr lang="ko-KR" altLang="en-US" sz="2400" dirty="0" smtClean="0"/>
              <a:t>해당 </a:t>
            </a:r>
            <a:r>
              <a:rPr lang="ko-KR" altLang="en-US" sz="2400" dirty="0" err="1" smtClean="0"/>
              <a:t>컨텐츠를</a:t>
            </a:r>
            <a:r>
              <a:rPr lang="ko-KR" altLang="en-US" sz="2400" dirty="0" smtClean="0"/>
              <a:t> 중간으로 배치하려면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.center-block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부여한다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585857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9474563" y="1302236"/>
            <a:ext cx="90878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649537" y="2796186"/>
            <a:ext cx="183308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7310911" y="3865133"/>
            <a:ext cx="777021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404838" y="4599228"/>
            <a:ext cx="120202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9706380" y="4599228"/>
            <a:ext cx="1472481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9500319" y="5049989"/>
            <a:ext cx="1111873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5726809" y="6106056"/>
            <a:ext cx="1871726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8730424" y="2397985"/>
            <a:ext cx="2863477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3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41553" y="1277192"/>
            <a:ext cx="1167178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400" dirty="0" smtClean="0"/>
              <a:t>x</a:t>
            </a:r>
            <a:r>
              <a:rPr lang="ko-KR" altLang="en-US" sz="2400" dirty="0" smtClean="0"/>
              <a:t>버튼을 만들고 싶을 때 </a:t>
            </a:r>
            <a:r>
              <a:rPr lang="en-US" altLang="ko-KR" sz="2400" dirty="0" smtClean="0"/>
              <a:t>span</a:t>
            </a:r>
            <a:r>
              <a:rPr lang="ko-KR" altLang="en-US" sz="2400" dirty="0" smtClean="0"/>
              <a:t>태그 안에 </a:t>
            </a:r>
            <a:r>
              <a:rPr lang="en-US" altLang="ko-KR" sz="2400" dirty="0" smtClean="0"/>
              <a:t>x</a:t>
            </a:r>
            <a:r>
              <a:rPr lang="ko-KR" altLang="en-US" sz="2400" dirty="0" smtClean="0"/>
              <a:t>를 주고 </a:t>
            </a:r>
            <a:r>
              <a:rPr lang="ko-KR" altLang="en-US" sz="2400" dirty="0" err="1" smtClean="0"/>
              <a:t>클래스명으로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.close</a:t>
            </a:r>
          </a:p>
          <a:p>
            <a:pPr marL="457200" indent="-457200"/>
            <a:r>
              <a:rPr lang="ko-KR" altLang="en-US" sz="2400" dirty="0" err="1" smtClean="0"/>
              <a:t>를</a:t>
            </a:r>
            <a:r>
              <a:rPr lang="ko-KR" altLang="en-US" sz="2400" dirty="0" smtClean="0"/>
              <a:t> 부여한다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>
              <a:buAutoNum type="arabicPeriod" startAt="2"/>
            </a:pPr>
            <a:r>
              <a:rPr lang="ko-KR" altLang="en-US" sz="2400" dirty="0" err="1" smtClean="0"/>
              <a:t>경고창을</a:t>
            </a:r>
            <a:r>
              <a:rPr lang="ko-KR" altLang="en-US" sz="2400" dirty="0" smtClean="0"/>
              <a:t> 클릭하여 없어지도록 동작하려면 </a:t>
            </a:r>
            <a:r>
              <a:rPr lang="en-US" altLang="ko-KR" sz="2400" dirty="0" smtClean="0"/>
              <a:t>1)</a:t>
            </a:r>
            <a:r>
              <a:rPr lang="ko-KR" altLang="en-US" sz="2400" dirty="0" smtClean="0"/>
              <a:t>버튼태그가 </a:t>
            </a:r>
            <a:r>
              <a:rPr lang="en-US" altLang="ko-KR" sz="2400" dirty="0" smtClean="0">
                <a:solidFill>
                  <a:srgbClr val="FF0000"/>
                </a:solidFill>
              </a:rPr>
              <a:t>data-dismiss="alert“</a:t>
            </a:r>
          </a:p>
          <a:p>
            <a:pPr marL="457200" indent="-457200"/>
            <a:r>
              <a:rPr lang="ko-KR" altLang="en-US" sz="2400" dirty="0" smtClean="0"/>
              <a:t>속성을 가지고 있고 </a:t>
            </a:r>
            <a:r>
              <a:rPr lang="en-US" altLang="ko-KR" sz="2400" dirty="0" smtClean="0"/>
              <a:t>2)</a:t>
            </a:r>
            <a:r>
              <a:rPr lang="ko-KR" altLang="en-US" sz="2400" dirty="0" smtClean="0"/>
              <a:t>부모요소에게도 </a:t>
            </a:r>
            <a:r>
              <a:rPr lang="en-US" altLang="ko-KR" sz="2400" dirty="0" smtClean="0">
                <a:solidFill>
                  <a:srgbClr val="FF0000"/>
                </a:solidFill>
              </a:rPr>
              <a:t>class="alert"</a:t>
            </a:r>
            <a:r>
              <a:rPr lang="ko-KR" altLang="en-US" sz="2400" dirty="0" smtClean="0"/>
              <a:t>를 가지고 있으면 자바스크립트 </a:t>
            </a:r>
            <a:endParaRPr lang="en-US" altLang="ko-KR" sz="2400" dirty="0" smtClean="0"/>
          </a:p>
          <a:p>
            <a:pPr marL="457200" indent="-457200"/>
            <a:r>
              <a:rPr lang="ko-KR" altLang="en-US" sz="2400" dirty="0" smtClean="0"/>
              <a:t>가 동작하여 클릭했을 때 없어지도록 동작한다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3. </a:t>
            </a:r>
            <a:r>
              <a:rPr lang="ko-KR" altLang="en-US" sz="2400" dirty="0" err="1" smtClean="0"/>
              <a:t>토글</a:t>
            </a:r>
            <a:r>
              <a:rPr lang="ko-KR" altLang="en-US" sz="2400" dirty="0" smtClean="0"/>
              <a:t> 버튼 스타일을 만들고 싶을 때 </a:t>
            </a:r>
            <a:r>
              <a:rPr lang="en-US" altLang="ko-KR" sz="2400" dirty="0" smtClean="0"/>
              <a:t>span</a:t>
            </a:r>
            <a:r>
              <a:rPr lang="ko-KR" altLang="en-US" sz="2400" dirty="0" smtClean="0"/>
              <a:t>태그에 </a:t>
            </a:r>
            <a:r>
              <a:rPr lang="en-US" altLang="ko-KR" sz="2400" dirty="0" smtClean="0">
                <a:solidFill>
                  <a:srgbClr val="FF0000"/>
                </a:solidFill>
              </a:rPr>
              <a:t>caret</a:t>
            </a:r>
            <a:r>
              <a:rPr lang="ko-KR" altLang="en-US" sz="2400" dirty="0" smtClean="0"/>
              <a:t>클래스명을 사용한다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4. </a:t>
            </a:r>
            <a:r>
              <a:rPr lang="ko-KR" altLang="en-US" sz="2400" dirty="0" smtClean="0"/>
              <a:t>원하는 요소를 왼쪽으로 당기려면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.pull-left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오른쪽으로 당기려면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.pull-right</a:t>
            </a:r>
          </a:p>
          <a:p>
            <a:pPr marL="457200" indent="-457200"/>
            <a:r>
              <a:rPr lang="ko-KR" altLang="en-US" sz="2400" dirty="0" smtClean="0"/>
              <a:t>클래스명을 사용하여 </a:t>
            </a:r>
            <a:r>
              <a:rPr lang="en-US" altLang="ko-KR" sz="2400" dirty="0" smtClean="0"/>
              <a:t>float</a:t>
            </a:r>
            <a:r>
              <a:rPr lang="ko-KR" altLang="en-US" sz="2400" dirty="0" smtClean="0"/>
              <a:t>할 수 있고 </a:t>
            </a:r>
            <a:r>
              <a:rPr lang="en-US" altLang="ko-KR" sz="2400" dirty="0" smtClean="0"/>
              <a:t>float</a:t>
            </a:r>
            <a:r>
              <a:rPr lang="ko-KR" altLang="en-US" sz="2400" dirty="0" smtClean="0"/>
              <a:t>를 해제하려는 요소에는 </a:t>
            </a:r>
            <a:r>
              <a:rPr lang="en-US" altLang="ko-KR" sz="2400" dirty="0" smtClean="0">
                <a:solidFill>
                  <a:srgbClr val="FF0000"/>
                </a:solidFill>
              </a:rPr>
              <a:t>.clearfix </a:t>
            </a:r>
            <a:r>
              <a:rPr lang="ko-KR" altLang="en-US" sz="2400" dirty="0" smtClean="0"/>
              <a:t>클래스</a:t>
            </a:r>
            <a:endParaRPr lang="en-US" altLang="ko-KR" sz="2400" dirty="0" smtClean="0"/>
          </a:p>
          <a:p>
            <a:pPr marL="457200" indent="-457200"/>
            <a:r>
              <a:rPr lang="ko-KR" altLang="en-US" sz="2400" dirty="0" smtClean="0"/>
              <a:t>명을 준다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5. </a:t>
            </a:r>
            <a:r>
              <a:rPr lang="ko-KR" altLang="en-US" sz="2400" dirty="0" smtClean="0"/>
              <a:t>해당 </a:t>
            </a:r>
            <a:r>
              <a:rPr lang="ko-KR" altLang="en-US" sz="2400" dirty="0" err="1" smtClean="0"/>
              <a:t>컨텐츠를</a:t>
            </a:r>
            <a:r>
              <a:rPr lang="ko-KR" altLang="en-US" sz="2400" dirty="0" smtClean="0"/>
              <a:t> 중간으로 배치하려면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.center-block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부여한다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585857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9474563" y="1302236"/>
            <a:ext cx="90878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649537" y="2796186"/>
            <a:ext cx="1833088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7310911" y="3865133"/>
            <a:ext cx="777021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404838" y="4599228"/>
            <a:ext cx="120202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9706380" y="4599228"/>
            <a:ext cx="1472481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9500319" y="5049989"/>
            <a:ext cx="1111873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5726809" y="6106056"/>
            <a:ext cx="1871726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8730424" y="2397985"/>
            <a:ext cx="2863477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3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41553" y="1277192"/>
            <a:ext cx="1156278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400" dirty="0" smtClean="0"/>
              <a:t>x</a:t>
            </a:r>
            <a:r>
              <a:rPr lang="ko-KR" altLang="en-US" sz="2400" dirty="0" smtClean="0"/>
              <a:t>버튼을 만들고 싶을 때 </a:t>
            </a:r>
            <a:r>
              <a:rPr lang="en-US" altLang="ko-KR" sz="2400" dirty="0" smtClean="0"/>
              <a:t>span</a:t>
            </a:r>
            <a:r>
              <a:rPr lang="ko-KR" altLang="en-US" sz="2400" dirty="0" smtClean="0"/>
              <a:t>태그 안에 </a:t>
            </a:r>
            <a:r>
              <a:rPr lang="en-US" altLang="ko-KR" sz="2400" dirty="0" smtClean="0"/>
              <a:t>x</a:t>
            </a:r>
            <a:r>
              <a:rPr lang="ko-KR" altLang="en-US" sz="2400" dirty="0" smtClean="0"/>
              <a:t>를 주고 </a:t>
            </a:r>
            <a:r>
              <a:rPr lang="ko-KR" altLang="en-US" sz="2400" dirty="0" err="1" smtClean="0"/>
              <a:t>클래스명으로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.close</a:t>
            </a:r>
          </a:p>
          <a:p>
            <a:pPr marL="457200" indent="-457200"/>
            <a:r>
              <a:rPr lang="ko-KR" altLang="en-US" sz="2400" dirty="0" err="1" smtClean="0"/>
              <a:t>를</a:t>
            </a:r>
            <a:r>
              <a:rPr lang="ko-KR" altLang="en-US" sz="2400" dirty="0" smtClean="0"/>
              <a:t> 부여한다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>
              <a:buAutoNum type="arabicPeriod" startAt="2"/>
            </a:pPr>
            <a:r>
              <a:rPr lang="ko-KR" altLang="en-US" sz="2400" dirty="0" err="1" smtClean="0"/>
              <a:t>경고창을</a:t>
            </a:r>
            <a:r>
              <a:rPr lang="ko-KR" altLang="en-US" sz="2400" dirty="0" smtClean="0"/>
              <a:t> 클릭하여 없어지도록 동작하려면 </a:t>
            </a:r>
            <a:r>
              <a:rPr lang="en-US" altLang="ko-KR" sz="2400" dirty="0" smtClean="0"/>
              <a:t>1)</a:t>
            </a:r>
            <a:r>
              <a:rPr lang="ko-KR" altLang="en-US" sz="2400" dirty="0" smtClean="0"/>
              <a:t>버튼태그가 </a:t>
            </a:r>
            <a:r>
              <a:rPr lang="en-US" altLang="ko-KR" sz="2400" dirty="0" smtClean="0">
                <a:solidFill>
                  <a:srgbClr val="FF0000"/>
                </a:solidFill>
              </a:rPr>
              <a:t>data-dismiss="alert“</a:t>
            </a:r>
          </a:p>
          <a:p>
            <a:pPr marL="457200" indent="-457200"/>
            <a:r>
              <a:rPr lang="ko-KR" altLang="en-US" sz="2400" dirty="0" smtClean="0"/>
              <a:t>속성을 가지고 있고 </a:t>
            </a:r>
            <a:r>
              <a:rPr lang="en-US" altLang="ko-KR" sz="2400" dirty="0" smtClean="0"/>
              <a:t>2)</a:t>
            </a:r>
            <a:r>
              <a:rPr lang="ko-KR" altLang="en-US" sz="2400" dirty="0" smtClean="0"/>
              <a:t>부모요소에게도 </a:t>
            </a:r>
            <a:r>
              <a:rPr lang="en-US" altLang="ko-KR" sz="2400" dirty="0" smtClean="0">
                <a:solidFill>
                  <a:srgbClr val="FF0000"/>
                </a:solidFill>
              </a:rPr>
              <a:t>class="alert"</a:t>
            </a:r>
            <a:r>
              <a:rPr lang="ko-KR" altLang="en-US" sz="2400" dirty="0" smtClean="0"/>
              <a:t>를 가지고 있으면 자바스크립트</a:t>
            </a:r>
            <a:endParaRPr lang="en-US" altLang="ko-KR" sz="2400" dirty="0" smtClean="0"/>
          </a:p>
          <a:p>
            <a:pPr marL="457200" indent="-457200"/>
            <a:r>
              <a:rPr lang="ko-KR" altLang="en-US" sz="2400" dirty="0" smtClean="0"/>
              <a:t>가 동작하여 클릭했을 때 없어지도록 동작한다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3. </a:t>
            </a:r>
            <a:r>
              <a:rPr lang="ko-KR" altLang="en-US" sz="2400" dirty="0" err="1" smtClean="0"/>
              <a:t>토글</a:t>
            </a:r>
            <a:r>
              <a:rPr lang="ko-KR" altLang="en-US" sz="2400" dirty="0" smtClean="0"/>
              <a:t> 버튼 스타일을 만들고 싶을 때 </a:t>
            </a:r>
            <a:r>
              <a:rPr lang="en-US" altLang="ko-KR" sz="2400" dirty="0" smtClean="0"/>
              <a:t>span</a:t>
            </a:r>
            <a:r>
              <a:rPr lang="ko-KR" altLang="en-US" sz="2400" dirty="0" smtClean="0"/>
              <a:t>태그에 </a:t>
            </a:r>
            <a:r>
              <a:rPr lang="en-US" altLang="ko-KR" sz="2400" dirty="0" smtClean="0">
                <a:solidFill>
                  <a:srgbClr val="FF0000"/>
                </a:solidFill>
              </a:rPr>
              <a:t>caret</a:t>
            </a:r>
            <a:r>
              <a:rPr lang="ko-KR" altLang="en-US" sz="2400" dirty="0" smtClean="0"/>
              <a:t>클래스명을 사용한다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4. </a:t>
            </a:r>
            <a:r>
              <a:rPr lang="ko-KR" altLang="en-US" sz="2400" dirty="0" smtClean="0"/>
              <a:t>원하는 요소를 왼쪽으로 당기려면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.pull-left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오른쪽으로 당기려면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.pull-right</a:t>
            </a:r>
          </a:p>
          <a:p>
            <a:pPr marL="457200" indent="-457200"/>
            <a:r>
              <a:rPr lang="ko-KR" altLang="en-US" sz="2400" dirty="0" smtClean="0"/>
              <a:t>클래스명을 사용하여 </a:t>
            </a:r>
            <a:r>
              <a:rPr lang="en-US" altLang="ko-KR" sz="2400" dirty="0" smtClean="0"/>
              <a:t>float</a:t>
            </a:r>
            <a:r>
              <a:rPr lang="ko-KR" altLang="en-US" sz="2400" dirty="0" smtClean="0"/>
              <a:t>할 수 있고 </a:t>
            </a:r>
            <a:r>
              <a:rPr lang="en-US" altLang="ko-KR" sz="2400" dirty="0" smtClean="0"/>
              <a:t>float</a:t>
            </a:r>
            <a:r>
              <a:rPr lang="ko-KR" altLang="en-US" sz="2400" dirty="0" smtClean="0"/>
              <a:t>를 해제하려는 요소에는 </a:t>
            </a:r>
            <a:r>
              <a:rPr lang="en-US" altLang="ko-KR" sz="2400" dirty="0" smtClean="0">
                <a:solidFill>
                  <a:srgbClr val="FF0000"/>
                </a:solidFill>
              </a:rPr>
              <a:t>.clearfix </a:t>
            </a:r>
            <a:r>
              <a:rPr lang="ko-KR" altLang="en-US" sz="2400" dirty="0" smtClean="0"/>
              <a:t>클래스</a:t>
            </a:r>
            <a:endParaRPr lang="en-US" altLang="ko-KR" sz="2400" dirty="0" smtClean="0"/>
          </a:p>
          <a:p>
            <a:pPr marL="457200" indent="-457200"/>
            <a:r>
              <a:rPr lang="ko-KR" altLang="en-US" sz="2400" dirty="0" smtClean="0"/>
              <a:t>명을 준다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5. </a:t>
            </a:r>
            <a:r>
              <a:rPr lang="ko-KR" altLang="en-US" sz="2400" dirty="0" smtClean="0"/>
              <a:t>해당 </a:t>
            </a:r>
            <a:r>
              <a:rPr lang="ko-KR" altLang="en-US" sz="2400" dirty="0" err="1" smtClean="0"/>
              <a:t>컨텐츠를</a:t>
            </a:r>
            <a:r>
              <a:rPr lang="ko-KR" altLang="en-US" sz="2400" dirty="0" smtClean="0"/>
              <a:t> 중간으로 배치하려면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.center-block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부여한다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585857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9474563" y="1302236"/>
            <a:ext cx="90878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649537" y="2796186"/>
            <a:ext cx="1833088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7310911" y="3865133"/>
            <a:ext cx="777021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404838" y="4599228"/>
            <a:ext cx="120202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9706380" y="4599228"/>
            <a:ext cx="1472481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9500319" y="5049989"/>
            <a:ext cx="1111873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5726809" y="6106056"/>
            <a:ext cx="1871726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8730424" y="2397985"/>
            <a:ext cx="2863477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3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41553" y="1277192"/>
            <a:ext cx="1156278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400" dirty="0" smtClean="0"/>
              <a:t>x</a:t>
            </a:r>
            <a:r>
              <a:rPr lang="ko-KR" altLang="en-US" sz="2400" dirty="0" smtClean="0"/>
              <a:t>버튼을 만들고 싶을 때 </a:t>
            </a:r>
            <a:r>
              <a:rPr lang="en-US" altLang="ko-KR" sz="2400" dirty="0" smtClean="0"/>
              <a:t>span</a:t>
            </a:r>
            <a:r>
              <a:rPr lang="ko-KR" altLang="en-US" sz="2400" dirty="0" smtClean="0"/>
              <a:t>태그 안에 </a:t>
            </a:r>
            <a:r>
              <a:rPr lang="en-US" altLang="ko-KR" sz="2400" dirty="0" smtClean="0"/>
              <a:t>x</a:t>
            </a:r>
            <a:r>
              <a:rPr lang="ko-KR" altLang="en-US" sz="2400" dirty="0" smtClean="0"/>
              <a:t>를 주고 </a:t>
            </a:r>
            <a:r>
              <a:rPr lang="ko-KR" altLang="en-US" sz="2400" dirty="0" err="1" smtClean="0"/>
              <a:t>클래스명으로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.close</a:t>
            </a:r>
          </a:p>
          <a:p>
            <a:pPr marL="457200" indent="-457200"/>
            <a:r>
              <a:rPr lang="ko-KR" altLang="en-US" sz="2400" dirty="0" err="1" smtClean="0"/>
              <a:t>를</a:t>
            </a:r>
            <a:r>
              <a:rPr lang="ko-KR" altLang="en-US" sz="2400" dirty="0" smtClean="0"/>
              <a:t> 부여한다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>
              <a:buAutoNum type="arabicPeriod" startAt="2"/>
            </a:pPr>
            <a:r>
              <a:rPr lang="ko-KR" altLang="en-US" sz="2400" dirty="0" err="1" smtClean="0"/>
              <a:t>경고창을</a:t>
            </a:r>
            <a:r>
              <a:rPr lang="ko-KR" altLang="en-US" sz="2400" dirty="0" smtClean="0"/>
              <a:t> 클릭하여 없어지도록 동작하려면 </a:t>
            </a:r>
            <a:r>
              <a:rPr lang="en-US" altLang="ko-KR" sz="2400" dirty="0" smtClean="0"/>
              <a:t>1)</a:t>
            </a:r>
            <a:r>
              <a:rPr lang="ko-KR" altLang="en-US" sz="2400" dirty="0" smtClean="0"/>
              <a:t>버튼태그가 </a:t>
            </a:r>
            <a:r>
              <a:rPr lang="en-US" altLang="ko-KR" sz="2400" dirty="0" smtClean="0">
                <a:solidFill>
                  <a:srgbClr val="FF0000"/>
                </a:solidFill>
              </a:rPr>
              <a:t>data-dismiss="alert“</a:t>
            </a:r>
          </a:p>
          <a:p>
            <a:pPr marL="457200" indent="-457200"/>
            <a:r>
              <a:rPr lang="ko-KR" altLang="en-US" sz="2400" dirty="0" smtClean="0"/>
              <a:t>속성을 가지고 있고 </a:t>
            </a:r>
            <a:r>
              <a:rPr lang="en-US" altLang="ko-KR" sz="2400" dirty="0" smtClean="0"/>
              <a:t>2)</a:t>
            </a:r>
            <a:r>
              <a:rPr lang="ko-KR" altLang="en-US" sz="2400" dirty="0" smtClean="0"/>
              <a:t>부모요소에게도 </a:t>
            </a:r>
            <a:r>
              <a:rPr lang="en-US" altLang="ko-KR" sz="2400" dirty="0" smtClean="0">
                <a:solidFill>
                  <a:srgbClr val="FF0000"/>
                </a:solidFill>
              </a:rPr>
              <a:t>class="alert"</a:t>
            </a:r>
            <a:r>
              <a:rPr lang="ko-KR" altLang="en-US" sz="2400" dirty="0" smtClean="0"/>
              <a:t>를 가지고 있으면 자바스크립트</a:t>
            </a:r>
            <a:endParaRPr lang="en-US" altLang="ko-KR" sz="2400" dirty="0" smtClean="0"/>
          </a:p>
          <a:p>
            <a:pPr marL="457200" indent="-457200"/>
            <a:r>
              <a:rPr lang="ko-KR" altLang="en-US" sz="2400" dirty="0" smtClean="0"/>
              <a:t>가 동작하여 클릭했을 때 없어지도록 동작한다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3. </a:t>
            </a:r>
            <a:r>
              <a:rPr lang="ko-KR" altLang="en-US" sz="2400" dirty="0" err="1" smtClean="0"/>
              <a:t>토글</a:t>
            </a:r>
            <a:r>
              <a:rPr lang="ko-KR" altLang="en-US" sz="2400" dirty="0" smtClean="0"/>
              <a:t> 버튼 스타일을 만들고 싶을 때 </a:t>
            </a:r>
            <a:r>
              <a:rPr lang="en-US" altLang="ko-KR" sz="2400" dirty="0" smtClean="0"/>
              <a:t>span</a:t>
            </a:r>
            <a:r>
              <a:rPr lang="ko-KR" altLang="en-US" sz="2400" dirty="0" smtClean="0"/>
              <a:t>태그에 </a:t>
            </a:r>
            <a:r>
              <a:rPr lang="en-US" altLang="ko-KR" sz="2400" dirty="0" smtClean="0">
                <a:solidFill>
                  <a:srgbClr val="FF0000"/>
                </a:solidFill>
              </a:rPr>
              <a:t>caret</a:t>
            </a:r>
            <a:r>
              <a:rPr lang="ko-KR" altLang="en-US" sz="2400" dirty="0" smtClean="0"/>
              <a:t>클래스명을 사용한다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4. </a:t>
            </a:r>
            <a:r>
              <a:rPr lang="ko-KR" altLang="en-US" sz="2400" dirty="0" smtClean="0"/>
              <a:t>원하는 요소를 왼쪽으로 당기려면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.pull-left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오른쪽으로 당기려면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.pull-right</a:t>
            </a:r>
          </a:p>
          <a:p>
            <a:pPr marL="457200" indent="-457200"/>
            <a:r>
              <a:rPr lang="ko-KR" altLang="en-US" sz="2400" dirty="0" smtClean="0"/>
              <a:t>클래스명을 사용하여 </a:t>
            </a:r>
            <a:r>
              <a:rPr lang="en-US" altLang="ko-KR" sz="2400" dirty="0" smtClean="0"/>
              <a:t>float</a:t>
            </a:r>
            <a:r>
              <a:rPr lang="ko-KR" altLang="en-US" sz="2400" dirty="0" smtClean="0"/>
              <a:t>할 수 있고 </a:t>
            </a:r>
            <a:r>
              <a:rPr lang="en-US" altLang="ko-KR" sz="2400" dirty="0" smtClean="0"/>
              <a:t>float</a:t>
            </a:r>
            <a:r>
              <a:rPr lang="ko-KR" altLang="en-US" sz="2400" dirty="0" smtClean="0"/>
              <a:t>를 해제하려는 요소에는 </a:t>
            </a:r>
            <a:r>
              <a:rPr lang="en-US" altLang="ko-KR" sz="2400" dirty="0" smtClean="0">
                <a:solidFill>
                  <a:srgbClr val="FF0000"/>
                </a:solidFill>
              </a:rPr>
              <a:t>.clearfix </a:t>
            </a:r>
            <a:r>
              <a:rPr lang="ko-KR" altLang="en-US" sz="2400" dirty="0" smtClean="0"/>
              <a:t>클래스</a:t>
            </a:r>
            <a:endParaRPr lang="en-US" altLang="ko-KR" sz="2400" dirty="0" smtClean="0"/>
          </a:p>
          <a:p>
            <a:pPr marL="457200" indent="-457200"/>
            <a:r>
              <a:rPr lang="ko-KR" altLang="en-US" sz="2400" dirty="0" smtClean="0"/>
              <a:t>명을 준다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5. </a:t>
            </a:r>
            <a:r>
              <a:rPr lang="ko-KR" altLang="en-US" sz="2400" dirty="0" smtClean="0"/>
              <a:t>해당 </a:t>
            </a:r>
            <a:r>
              <a:rPr lang="ko-KR" altLang="en-US" sz="2400" dirty="0" err="1" smtClean="0"/>
              <a:t>컨텐츠를</a:t>
            </a:r>
            <a:r>
              <a:rPr lang="ko-KR" altLang="en-US" sz="2400" dirty="0" smtClean="0"/>
              <a:t> 중간으로 배치하려면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.center-block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부여한다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585857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9474563" y="1302236"/>
            <a:ext cx="90878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649537" y="2796186"/>
            <a:ext cx="1833088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7310911" y="3865133"/>
            <a:ext cx="777021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404838" y="4599228"/>
            <a:ext cx="120202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9706380" y="4599228"/>
            <a:ext cx="1472481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9500319" y="5049989"/>
            <a:ext cx="1111873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5726809" y="6106056"/>
            <a:ext cx="1871726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8730424" y="2397985"/>
            <a:ext cx="2863477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3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41553" y="1277192"/>
            <a:ext cx="11870557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400" dirty="0" smtClean="0"/>
              <a:t>x</a:t>
            </a:r>
            <a:r>
              <a:rPr lang="ko-KR" altLang="en-US" sz="2400" dirty="0" smtClean="0"/>
              <a:t>버튼을 만들고 싶을 때 </a:t>
            </a:r>
            <a:r>
              <a:rPr lang="en-US" altLang="ko-KR" sz="2400" dirty="0" smtClean="0"/>
              <a:t>span</a:t>
            </a:r>
            <a:r>
              <a:rPr lang="ko-KR" altLang="en-US" sz="2400" dirty="0" smtClean="0"/>
              <a:t>태그 안에 </a:t>
            </a:r>
            <a:r>
              <a:rPr lang="en-US" altLang="ko-KR" sz="2400" dirty="0" smtClean="0"/>
              <a:t>x</a:t>
            </a:r>
            <a:r>
              <a:rPr lang="ko-KR" altLang="en-US" sz="2400" dirty="0" smtClean="0"/>
              <a:t>를 주고 </a:t>
            </a:r>
            <a:r>
              <a:rPr lang="ko-KR" altLang="en-US" sz="2400" dirty="0" err="1" smtClean="0"/>
              <a:t>클래스명으로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.close</a:t>
            </a:r>
          </a:p>
          <a:p>
            <a:pPr marL="457200" indent="-457200"/>
            <a:r>
              <a:rPr lang="ko-KR" altLang="en-US" sz="2400" dirty="0" err="1" smtClean="0"/>
              <a:t>를</a:t>
            </a:r>
            <a:r>
              <a:rPr lang="ko-KR" altLang="en-US" sz="2400" dirty="0" smtClean="0"/>
              <a:t> 부여한다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>
              <a:buAutoNum type="arabicPeriod" startAt="2"/>
            </a:pPr>
            <a:r>
              <a:rPr lang="ko-KR" altLang="en-US" sz="2400" dirty="0" err="1" smtClean="0"/>
              <a:t>경고창을</a:t>
            </a:r>
            <a:r>
              <a:rPr lang="ko-KR" altLang="en-US" sz="2400" dirty="0" smtClean="0"/>
              <a:t> 클릭하여 없어지도록 동작하려면 </a:t>
            </a:r>
            <a:r>
              <a:rPr lang="en-US" altLang="ko-KR" sz="2400" dirty="0" smtClean="0"/>
              <a:t>1)</a:t>
            </a:r>
            <a:r>
              <a:rPr lang="ko-KR" altLang="en-US" sz="2400" dirty="0" smtClean="0"/>
              <a:t>버튼태그가 </a:t>
            </a:r>
            <a:r>
              <a:rPr lang="en-US" altLang="ko-KR" sz="2400" dirty="0" smtClean="0">
                <a:solidFill>
                  <a:srgbClr val="FF0000"/>
                </a:solidFill>
              </a:rPr>
              <a:t>data-dismiss="alert“</a:t>
            </a:r>
          </a:p>
          <a:p>
            <a:pPr marL="457200" indent="-457200"/>
            <a:r>
              <a:rPr lang="ko-KR" altLang="en-US" sz="2400" dirty="0" smtClean="0"/>
              <a:t>속성을 가지고 있고 </a:t>
            </a:r>
            <a:r>
              <a:rPr lang="en-US" altLang="ko-KR" sz="2400" dirty="0" smtClean="0"/>
              <a:t>2)</a:t>
            </a:r>
            <a:r>
              <a:rPr lang="ko-KR" altLang="en-US" sz="2400" dirty="0" smtClean="0"/>
              <a:t>부모요소에게도 </a:t>
            </a:r>
            <a:r>
              <a:rPr lang="en-US" altLang="ko-KR" sz="2400" dirty="0" smtClean="0">
                <a:solidFill>
                  <a:srgbClr val="FF0000"/>
                </a:solidFill>
              </a:rPr>
              <a:t>class="alert"</a:t>
            </a:r>
            <a:r>
              <a:rPr lang="ko-KR" altLang="en-US" sz="2400" dirty="0" smtClean="0"/>
              <a:t>를 가지고 있으면 자바스크립트</a:t>
            </a:r>
            <a:endParaRPr lang="en-US" altLang="ko-KR" sz="2400" dirty="0" smtClean="0"/>
          </a:p>
          <a:p>
            <a:pPr marL="457200" indent="-457200"/>
            <a:r>
              <a:rPr lang="ko-KR" altLang="en-US" sz="2400" dirty="0" smtClean="0"/>
              <a:t>가 동작하여 클릭했을 때 없어지도록 동작한다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3. </a:t>
            </a:r>
            <a:r>
              <a:rPr lang="ko-KR" altLang="en-US" sz="2400" dirty="0" err="1" smtClean="0"/>
              <a:t>토글</a:t>
            </a:r>
            <a:r>
              <a:rPr lang="ko-KR" altLang="en-US" sz="2400" dirty="0" smtClean="0"/>
              <a:t> 버튼 스타일을 만들고 싶을 때 </a:t>
            </a:r>
            <a:r>
              <a:rPr lang="en-US" altLang="ko-KR" sz="2400" dirty="0" smtClean="0"/>
              <a:t>span</a:t>
            </a:r>
            <a:r>
              <a:rPr lang="ko-KR" altLang="en-US" sz="2400" dirty="0" smtClean="0"/>
              <a:t>태그에 </a:t>
            </a:r>
            <a:r>
              <a:rPr lang="en-US" altLang="ko-KR" sz="2400" dirty="0" smtClean="0">
                <a:solidFill>
                  <a:srgbClr val="FF0000"/>
                </a:solidFill>
              </a:rPr>
              <a:t>caret</a:t>
            </a:r>
            <a:r>
              <a:rPr lang="ko-KR" altLang="en-US" sz="2400" dirty="0" smtClean="0"/>
              <a:t>클래스명을 사용한다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4. </a:t>
            </a:r>
            <a:r>
              <a:rPr lang="ko-KR" altLang="en-US" sz="2400" dirty="0" smtClean="0"/>
              <a:t>원하는 요소를 왼쪽으로 당기려면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.pull-left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오른쪽으로 당기려면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.pull-right</a:t>
            </a:r>
          </a:p>
          <a:p>
            <a:pPr marL="457200" indent="-457200"/>
            <a:r>
              <a:rPr lang="ko-KR" altLang="en-US" sz="2400" dirty="0" smtClean="0"/>
              <a:t>클래스명을 사용하여 </a:t>
            </a:r>
            <a:r>
              <a:rPr lang="en-US" altLang="ko-KR" sz="2400" dirty="0" smtClean="0"/>
              <a:t>float</a:t>
            </a:r>
            <a:r>
              <a:rPr lang="ko-KR" altLang="en-US" sz="2400" dirty="0" smtClean="0"/>
              <a:t>할 수 있고 </a:t>
            </a:r>
            <a:r>
              <a:rPr lang="en-US" altLang="ko-KR" sz="2400" dirty="0" smtClean="0"/>
              <a:t>float</a:t>
            </a:r>
            <a:r>
              <a:rPr lang="ko-KR" altLang="en-US" sz="2400" dirty="0" smtClean="0"/>
              <a:t>를 해제하려는 요소에는 </a:t>
            </a:r>
            <a:r>
              <a:rPr lang="en-US" altLang="ko-KR" sz="2400" dirty="0" smtClean="0">
                <a:solidFill>
                  <a:srgbClr val="FF0000"/>
                </a:solidFill>
              </a:rPr>
              <a:t>.clearfix </a:t>
            </a:r>
            <a:r>
              <a:rPr lang="ko-KR" altLang="en-US" sz="2400" dirty="0" smtClean="0"/>
              <a:t>클래스</a:t>
            </a:r>
            <a:endParaRPr lang="en-US" altLang="ko-KR" sz="2400" dirty="0" smtClean="0"/>
          </a:p>
          <a:p>
            <a:pPr marL="457200" indent="-457200"/>
            <a:r>
              <a:rPr lang="ko-KR" altLang="en-US" sz="2400" dirty="0" smtClean="0"/>
              <a:t>명을 준다</a:t>
            </a:r>
            <a:r>
              <a:rPr lang="en-US" altLang="ko-KR" sz="2400" dirty="0" smtClean="0"/>
              <a:t>.</a:t>
            </a:r>
          </a:p>
          <a:p>
            <a:pPr marL="457200" indent="-457200"/>
            <a:endParaRPr lang="en-US" altLang="ko-KR" sz="2400" dirty="0" smtClean="0"/>
          </a:p>
          <a:p>
            <a:pPr marL="457200" indent="-457200"/>
            <a:r>
              <a:rPr lang="en-US" altLang="ko-KR" sz="2400" dirty="0" smtClean="0"/>
              <a:t>5. </a:t>
            </a:r>
            <a:r>
              <a:rPr lang="ko-KR" altLang="en-US" sz="2400" dirty="0" smtClean="0"/>
              <a:t>해당 </a:t>
            </a:r>
            <a:r>
              <a:rPr lang="ko-KR" altLang="en-US" sz="2400" dirty="0" err="1" smtClean="0"/>
              <a:t>컨텐츠를</a:t>
            </a:r>
            <a:r>
              <a:rPr lang="ko-KR" altLang="en-US" sz="2400" dirty="0" smtClean="0"/>
              <a:t> 중간으로 배치하려면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.center-block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부여한다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585857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9474563" y="1302236"/>
            <a:ext cx="90878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649537" y="2796186"/>
            <a:ext cx="1833088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7310911" y="3865133"/>
            <a:ext cx="777021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417717" y="4599228"/>
            <a:ext cx="120202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9706380" y="4599228"/>
            <a:ext cx="1472481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9500319" y="5049989"/>
            <a:ext cx="1111873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5726809" y="6106056"/>
            <a:ext cx="1871726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8730424" y="2397985"/>
            <a:ext cx="2863477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3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JAVASCRIPT</a:t>
            </a:r>
            <a:endParaRPr lang="ko-KR" altLang="en-US"/>
          </a:p>
        </p:txBody>
      </p:sp>
      <p:pic>
        <p:nvPicPr>
          <p:cNvPr id="3075" name="Picture 3" descr="D:\camtasia\end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757" y="1702699"/>
            <a:ext cx="317182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49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1826</TotalTime>
  <Words>849</Words>
  <Application>Microsoft Office PowerPoint</Application>
  <PresentationFormat>사용자 지정</PresentationFormat>
  <Paragraphs>163</Paragraphs>
  <Slides>18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테마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JAVASCRIPT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Hello! Bootstrap</dc:title>
  <dc:creator>Media4th</dc:creator>
  <cp:lastModifiedBy>Windows 사용자</cp:lastModifiedBy>
  <cp:revision>168</cp:revision>
  <dcterms:created xsi:type="dcterms:W3CDTF">2014-03-13T01:44:49Z</dcterms:created>
  <dcterms:modified xsi:type="dcterms:W3CDTF">2020-04-20T09:29:03Z</dcterms:modified>
</cp:coreProperties>
</file>