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9" r:id="rId2"/>
    <p:sldId id="288" r:id="rId3"/>
    <p:sldId id="378" r:id="rId4"/>
    <p:sldId id="402" r:id="rId5"/>
    <p:sldId id="401" r:id="rId6"/>
    <p:sldId id="403" r:id="rId7"/>
    <p:sldId id="404" r:id="rId8"/>
    <p:sldId id="375" r:id="rId9"/>
    <p:sldId id="405" r:id="rId10"/>
    <p:sldId id="406" r:id="rId11"/>
    <p:sldId id="407" r:id="rId12"/>
    <p:sldId id="408" r:id="rId13"/>
    <p:sldId id="29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66"/>
    <a:srgbClr val="0000FF"/>
    <a:srgbClr val="CC3399"/>
    <a:srgbClr val="FF9900"/>
    <a:srgbClr val="C04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60"/>
  </p:normalViewPr>
  <p:slideViewPr>
    <p:cSldViewPr snapToGrid="0">
      <p:cViewPr>
        <p:scale>
          <a:sx n="40" d="100"/>
          <a:sy n="40" d="100"/>
        </p:scale>
        <p:origin x="-1992" y="-15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21E93-87BE-444D-9E3B-7A43E638A883}" type="datetimeFigureOut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7AE7-43DC-4FA6-90CC-7E01D7BED6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24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B3E7D-C6EA-460E-9C03-0FEF5569814C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F08F-FA07-4967-ACE1-67A6EE72D9D1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FE15-A5D5-400D-B921-C7A942F817AD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489-3674-4527-BDFF-4123E00D45F2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9D00E-D773-49E7-AC7F-F8555A1FE3EA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42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672553" y="6379907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김세지 강사</a:t>
            </a:r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4081" y="2457618"/>
            <a:ext cx="9533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>
                <a:latin typeface="나눔바른고딕" pitchFamily="50" charset="-127"/>
                <a:ea typeface="나눔바른고딕" pitchFamily="50" charset="-127"/>
              </a:rPr>
              <a:t>부트스트랩을 활용한 반응형 웹 만들기</a:t>
            </a:r>
            <a:endParaRPr lang="ko-KR" altLang="en-US" sz="48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" name="Picture 4" descr="C:\Users\User\Desktop\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415" y="1634290"/>
            <a:ext cx="3355975" cy="1079500"/>
          </a:xfrm>
          <a:prstGeom prst="rect">
            <a:avLst/>
          </a:prstGeom>
          <a:noFill/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31" y="3462383"/>
            <a:ext cx="2768469" cy="1471332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68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768107" y="2223764"/>
            <a:ext cx="88456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 smtClean="0">
                <a:latin typeface="나눔바른고딕" pitchFamily="50" charset="-127"/>
                <a:ea typeface="나눔바른고딕" pitchFamily="50" charset="-127"/>
              </a:rPr>
              <a:t>STEP </a:t>
            </a:r>
            <a:r>
              <a:rPr lang="en-US" altLang="ko-KR" sz="3600" dirty="0" smtClean="0">
                <a:latin typeface="나눔바른고딕" pitchFamily="50" charset="-127"/>
                <a:ea typeface="나눔바른고딕" pitchFamily="50" charset="-127"/>
              </a:rPr>
              <a:t>06</a:t>
            </a:r>
            <a:endParaRPr lang="en-US" altLang="ko-KR" sz="3600" dirty="0" smtClean="0">
              <a:latin typeface="나눔바른고딕" pitchFamily="50" charset="-127"/>
              <a:ea typeface="나눔바른고딕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4800" dirty="0" smtClean="0">
                <a:latin typeface="나눔바른고딕" pitchFamily="50" charset="-127"/>
                <a:ea typeface="나눔바른고딕" pitchFamily="50" charset="-127"/>
              </a:rPr>
              <a:t>부트스트랩의 반응형 이미지 스타일</a:t>
            </a:r>
            <a:endParaRPr lang="en-US" altLang="ko-KR" sz="40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721341" y="329781"/>
            <a:ext cx="70570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부트스트랩의 </a:t>
            </a:r>
            <a:r>
              <a:rPr lang="ko-KR" altLang="en-US" sz="3200" smtClean="0">
                <a:latin typeface="나눔바른고딕" pitchFamily="50" charset="-127"/>
                <a:ea typeface="나눔바른고딕" pitchFamily="50" charset="-127"/>
              </a:rPr>
              <a:t>다양한 이미지 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스타일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http://bootstrapk.com/css/#images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8640" y="1509713"/>
            <a:ext cx="8477250" cy="4752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721341" y="329781"/>
            <a:ext cx="70570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부트스트랩의 반응형 이미지 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http://bootstrapk.com/css/#images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5954" y="1742960"/>
            <a:ext cx="8572500" cy="4010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316989" y="404937"/>
            <a:ext cx="3656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반응형 이미지 만들기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7758" y="6153199"/>
            <a:ext cx="2789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반응형이 아닌 이미지</a:t>
            </a:r>
            <a:endParaRPr lang="ko-KR" altLang="en-US" sz="24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534" y="2088626"/>
            <a:ext cx="3356265" cy="3806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755" y="2072254"/>
            <a:ext cx="5534025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56643" y="1143740"/>
            <a:ext cx="111477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/>
              <a:t>반응형 이미지를 만들 때는 </a:t>
            </a:r>
            <a:r>
              <a:rPr lang="en-US" altLang="ko-KR" sz="2400" dirty="0" err="1"/>
              <a:t>img</a:t>
            </a:r>
            <a:r>
              <a:rPr lang="en-US" altLang="ko-KR" sz="2400" dirty="0"/>
              <a:t>-responsive</a:t>
            </a:r>
            <a:r>
              <a:rPr lang="ko-KR" altLang="en-US" sz="2400" dirty="0"/>
              <a:t>클래스명을 추가한다</a:t>
            </a:r>
            <a:r>
              <a:rPr lang="en-US" altLang="ko-KR" sz="2400" dirty="0"/>
              <a:t>. </a:t>
            </a:r>
            <a:r>
              <a:rPr lang="ko-KR" altLang="en-US" sz="2400" dirty="0"/>
              <a:t>해당 </a:t>
            </a:r>
            <a:r>
              <a:rPr lang="ko-KR" altLang="en-US" sz="2400" dirty="0" smtClean="0"/>
              <a:t>클래스명</a:t>
            </a:r>
            <a:endParaRPr lang="en-US" altLang="ko-KR" sz="2400" dirty="0" smtClean="0"/>
          </a:p>
          <a:p>
            <a:pPr algn="ctr"/>
            <a:r>
              <a:rPr lang="ko-KR" altLang="en-US" sz="2400" dirty="0" smtClean="0"/>
              <a:t>에는 </a:t>
            </a:r>
            <a:r>
              <a:rPr lang="en-US" altLang="ko-KR" sz="2400" dirty="0"/>
              <a:t>max-width: 100%;, height: auto; and display: block;</a:t>
            </a:r>
            <a:r>
              <a:rPr lang="ko-KR" altLang="en-US" sz="2400" dirty="0"/>
              <a:t>스타일이 들어가 있다</a:t>
            </a:r>
            <a:r>
              <a:rPr lang="en-US" altLang="ko-KR" sz="2400" dirty="0"/>
              <a:t>.</a:t>
            </a:r>
            <a:endParaRPr lang="ko-KR" altLang="en-US" sz="2400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8108" y="6153199"/>
            <a:ext cx="2241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반응형인  이미지</a:t>
            </a:r>
            <a:endParaRPr lang="ko-KR" altLang="en-US" sz="2400" dirty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23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838305" y="645567"/>
            <a:ext cx="68547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그리드 시스템을 활용한 이미지 넣기 실습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1" name="타원형 설명선 3"/>
          <p:cNvSpPr/>
          <p:nvPr/>
        </p:nvSpPr>
        <p:spPr>
          <a:xfrm rot="20600296" flipH="1">
            <a:off x="705330" y="288322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아</a:t>
            </a:r>
            <a:r>
              <a:rPr lang="ko-KR" altLang="en-US"/>
              <a:t>래</a:t>
            </a:r>
            <a:r>
              <a:rPr lang="ko-KR" altLang="en-US" smtClean="0"/>
              <a:t> </a:t>
            </a:r>
            <a:r>
              <a:rPr lang="ko-KR" altLang="en-US" dirty="0" smtClean="0"/>
              <a:t>예제와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같은 스타일을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코딩해 보세요</a:t>
            </a:r>
            <a:endParaRPr lang="ko-KR" altLang="en-US" dirty="0"/>
          </a:p>
        </p:txBody>
      </p:sp>
      <p:pic>
        <p:nvPicPr>
          <p:cNvPr id="3074" name="Picture 2" descr="E:\☆lecture\unit05_BS05부트스트랩 폼태그와 버튼스타일,반응형이미지,도움클래스_1~3H\03_반응형 이미지.png"/>
          <p:cNvPicPr>
            <a:picLocks noChangeAspect="1" noChangeArrowheads="1"/>
          </p:cNvPicPr>
          <p:nvPr/>
        </p:nvPicPr>
        <p:blipFill>
          <a:blip r:embed="rId2"/>
          <a:srcRect l="893" t="2709"/>
          <a:stretch>
            <a:fillRect/>
          </a:stretch>
        </p:blipFill>
        <p:spPr bwMode="auto">
          <a:xfrm>
            <a:off x="2147776" y="1786270"/>
            <a:ext cx="7868757" cy="39127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4699394" y="5922366"/>
            <a:ext cx="3132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데스크탑 </a:t>
            </a:r>
            <a:r>
              <a:rPr lang="ko-KR" altLang="en-US" sz="2400" smtClean="0">
                <a:latin typeface="나눔바른고딕" pitchFamily="50" charset="-127"/>
                <a:ea typeface="나눔바른고딕" pitchFamily="50" charset="-127"/>
              </a:rPr>
              <a:t>일 때 레이아웃</a:t>
            </a:r>
            <a:endParaRPr lang="ko-KR" altLang="en-US" sz="2400" dirty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246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838305" y="645567"/>
            <a:ext cx="68547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그리드 시스템을 활용한 이미지 넣기 실습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027" y="1547936"/>
            <a:ext cx="3380623" cy="46072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타원형 설명선 3"/>
          <p:cNvSpPr/>
          <p:nvPr/>
        </p:nvSpPr>
        <p:spPr>
          <a:xfrm rot="20600296" flipH="1">
            <a:off x="705330" y="288322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아</a:t>
            </a:r>
            <a:r>
              <a:rPr lang="ko-KR" altLang="en-US"/>
              <a:t>래</a:t>
            </a:r>
            <a:r>
              <a:rPr lang="ko-KR" altLang="en-US" smtClean="0"/>
              <a:t> </a:t>
            </a:r>
            <a:r>
              <a:rPr lang="ko-KR" altLang="en-US" dirty="0" smtClean="0"/>
              <a:t>예제와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같은 스타일을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코딩해 보세요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48"/>
          <a:stretch/>
        </p:blipFill>
        <p:spPr bwMode="auto">
          <a:xfrm>
            <a:off x="7033457" y="1499810"/>
            <a:ext cx="3223427" cy="4655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497882" y="6287779"/>
            <a:ext cx="285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타블렛 일 때 레이아웃</a:t>
            </a:r>
            <a:endParaRPr lang="ko-KR" altLang="en-US" sz="2400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6975" y="6287779"/>
            <a:ext cx="3132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스마트폰 일 때 레이아웃</a:t>
            </a:r>
            <a:endParaRPr lang="ko-KR" altLang="en-US" sz="2400" dirty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73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66318" y="1291886"/>
            <a:ext cx="1180541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 smtClean="0"/>
              <a:t>부트스트랩의 이미지들은 해당요소에 클래스명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 err="1" smtClean="0">
                <a:solidFill>
                  <a:srgbClr val="FF0000"/>
                </a:solidFill>
              </a:rPr>
              <a:t>img</a:t>
            </a:r>
            <a:r>
              <a:rPr lang="en-US" altLang="ko-KR" sz="2800" dirty="0" smtClean="0">
                <a:solidFill>
                  <a:srgbClr val="FF0000"/>
                </a:solidFill>
              </a:rPr>
              <a:t>-responsive</a:t>
            </a:r>
            <a:r>
              <a:rPr lang="ko-KR" altLang="en-US" sz="2800" dirty="0" smtClean="0"/>
              <a:t>를</a:t>
            </a:r>
            <a:endParaRPr lang="en-US" altLang="ko-KR" sz="2800" dirty="0" smtClean="0"/>
          </a:p>
          <a:p>
            <a:r>
              <a:rPr lang="ko-KR" altLang="en-US" sz="2800" dirty="0" smtClean="0"/>
              <a:t>사용하여 반응형으로 만들 수 있다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/>
              <a:t>2. 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 smtClean="0"/>
              <a:t>클래스명에는 </a:t>
            </a:r>
            <a:r>
              <a:rPr lang="en-US" altLang="ko-KR" sz="2800" dirty="0">
                <a:solidFill>
                  <a:srgbClr val="FF0000"/>
                </a:solidFill>
              </a:rPr>
              <a:t>max-width: 100</a:t>
            </a:r>
            <a:r>
              <a:rPr lang="en-US" altLang="ko-KR" sz="2800" dirty="0" smtClean="0">
                <a:solidFill>
                  <a:srgbClr val="FF0000"/>
                </a:solidFill>
              </a:rPr>
              <a:t>%; , </a:t>
            </a:r>
            <a:r>
              <a:rPr lang="en-US" altLang="ko-KR" sz="2800" dirty="0">
                <a:solidFill>
                  <a:srgbClr val="FF0000"/>
                </a:solidFill>
              </a:rPr>
              <a:t>height: auto; </a:t>
            </a:r>
            <a:r>
              <a:rPr lang="en-US" altLang="ko-KR" sz="2800" dirty="0" smtClean="0">
                <a:solidFill>
                  <a:srgbClr val="FF0000"/>
                </a:solidFill>
              </a:rPr>
              <a:t>,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display: </a:t>
            </a:r>
            <a:r>
              <a:rPr lang="en-US" altLang="ko-KR" sz="2800" dirty="0">
                <a:solidFill>
                  <a:srgbClr val="FF0000"/>
                </a:solidFill>
              </a:rPr>
              <a:t>block</a:t>
            </a:r>
            <a:r>
              <a:rPr lang="en-US" altLang="ko-KR" sz="2800" dirty="0" smtClean="0">
                <a:solidFill>
                  <a:srgbClr val="FF0000"/>
                </a:solidFill>
              </a:rPr>
              <a:t>; </a:t>
            </a:r>
            <a:r>
              <a:rPr lang="ko-KR" altLang="en-US" sz="2800" dirty="0" smtClean="0"/>
              <a:t>스타일이 </a:t>
            </a:r>
            <a:r>
              <a:rPr lang="ko-KR" altLang="en-US" sz="2800" dirty="0"/>
              <a:t>들어가 있다</a:t>
            </a:r>
            <a:r>
              <a:rPr lang="en-US" altLang="ko-KR" sz="2800" dirty="0"/>
              <a:t>.</a:t>
            </a:r>
            <a:endParaRPr lang="en-US" altLang="ko-KR" sz="2800" dirty="0" smtClean="0"/>
          </a:p>
          <a:p>
            <a:endParaRPr lang="en-US" altLang="ko-KR" sz="2800" dirty="0"/>
          </a:p>
          <a:p>
            <a:r>
              <a:rPr lang="en-US" altLang="ko-KR" sz="2800" dirty="0" smtClean="0"/>
              <a:t>3. </a:t>
            </a:r>
            <a:r>
              <a:rPr lang="en-US" altLang="ko-KR" sz="2800" dirty="0"/>
              <a:t>.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/>
              <a:t> 를 사용한 이미지를 가운데 두기 위해서</a:t>
            </a:r>
            <a:r>
              <a:rPr lang="en-US" altLang="ko-KR" sz="2800" dirty="0"/>
              <a:t>, .text-center</a:t>
            </a:r>
            <a:r>
              <a:rPr lang="ko-KR" altLang="en-US" sz="2800" dirty="0"/>
              <a:t> </a:t>
            </a:r>
            <a:endParaRPr lang="en-US" altLang="ko-KR" sz="2800" dirty="0" smtClean="0"/>
          </a:p>
          <a:p>
            <a:r>
              <a:rPr lang="ko-KR" altLang="en-US" sz="2800" dirty="0" smtClean="0"/>
              <a:t>대신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center-block</a:t>
            </a:r>
            <a:r>
              <a:rPr lang="ko-KR" altLang="en-US" sz="2800" dirty="0">
                <a:solidFill>
                  <a:srgbClr val="FF0000"/>
                </a:solidFill>
              </a:rPr>
              <a:t> </a:t>
            </a:r>
            <a:r>
              <a:rPr lang="ko-KR" altLang="en-US" sz="2800" dirty="0"/>
              <a:t>클래스명을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 smtClean="0"/>
              <a:t>4. </a:t>
            </a:r>
            <a:r>
              <a:rPr lang="en-US" altLang="ko-KR" sz="2800" dirty="0" err="1" smtClean="0"/>
              <a:t>img</a:t>
            </a:r>
            <a:r>
              <a:rPr lang="ko-KR" altLang="en-US" sz="2800" dirty="0" smtClean="0"/>
              <a:t>태그를 사용하지 않고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를 활용하여 이미지를 넣으려면 </a:t>
            </a:r>
            <a:r>
              <a:rPr lang="en-US" altLang="ko-KR" sz="2800" dirty="0" smtClean="0"/>
              <a:t>div</a:t>
            </a:r>
            <a:r>
              <a:rPr lang="ko-KR" altLang="en-US" sz="2800" dirty="0" smtClean="0"/>
              <a:t>에 </a:t>
            </a:r>
            <a:endParaRPr lang="en-US" altLang="ko-KR" sz="2800" dirty="0" smtClean="0"/>
          </a:p>
          <a:p>
            <a:r>
              <a:rPr lang="en-US" altLang="ko-KR" sz="2800" dirty="0" smtClean="0"/>
              <a:t>.</a:t>
            </a:r>
            <a:r>
              <a:rPr lang="en-US" altLang="ko-KR" sz="2800" dirty="0" err="1" smtClean="0"/>
              <a:t>img</a:t>
            </a:r>
            <a:r>
              <a:rPr lang="en-US" altLang="ko-KR" sz="2800" dirty="0" smtClean="0"/>
              <a:t>-responsive </a:t>
            </a:r>
            <a:r>
              <a:rPr lang="ko-KR" altLang="en-US" sz="2800" dirty="0" smtClean="0"/>
              <a:t>클래스명을 사용하고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에서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background-image, 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height</a:t>
            </a:r>
            <a:r>
              <a:rPr lang="ko-KR" altLang="en-US" sz="2800" dirty="0" smtClean="0">
                <a:solidFill>
                  <a:srgbClr val="FF0000"/>
                </a:solidFill>
              </a:rPr>
              <a:t>와 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background-size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설정을 한다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616287" y="489605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8399662" y="1387730"/>
            <a:ext cx="257313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439894" y="2687140"/>
            <a:ext cx="295976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598652" y="2687140"/>
            <a:ext cx="218164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66318" y="3085341"/>
            <a:ext cx="2452819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235657" y="4360689"/>
            <a:ext cx="2060995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699741" y="5636036"/>
            <a:ext cx="315274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79457" y="6096326"/>
            <a:ext cx="110387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854487" y="6096326"/>
            <a:ext cx="291001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66318" y="1291886"/>
            <a:ext cx="1180541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 smtClean="0"/>
              <a:t>부트스트랩의 이미지들은 해당요소에 클래스명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 err="1" smtClean="0">
                <a:solidFill>
                  <a:srgbClr val="FF0000"/>
                </a:solidFill>
              </a:rPr>
              <a:t>img</a:t>
            </a:r>
            <a:r>
              <a:rPr lang="en-US" altLang="ko-KR" sz="2800" dirty="0" smtClean="0">
                <a:solidFill>
                  <a:srgbClr val="FF0000"/>
                </a:solidFill>
              </a:rPr>
              <a:t>-responsive</a:t>
            </a:r>
            <a:r>
              <a:rPr lang="ko-KR" altLang="en-US" sz="2800" dirty="0" smtClean="0"/>
              <a:t>를</a:t>
            </a:r>
            <a:endParaRPr lang="en-US" altLang="ko-KR" sz="2800" dirty="0" smtClean="0"/>
          </a:p>
          <a:p>
            <a:r>
              <a:rPr lang="ko-KR" altLang="en-US" sz="2800" dirty="0" smtClean="0"/>
              <a:t>사용하여 반응형으로 만들 수 있다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/>
              <a:t>2. 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 smtClean="0"/>
              <a:t>클래스명에는 </a:t>
            </a:r>
            <a:r>
              <a:rPr lang="en-US" altLang="ko-KR" sz="2800" dirty="0">
                <a:solidFill>
                  <a:srgbClr val="FF0000"/>
                </a:solidFill>
              </a:rPr>
              <a:t>max-width: 100</a:t>
            </a:r>
            <a:r>
              <a:rPr lang="en-US" altLang="ko-KR" sz="2800" dirty="0" smtClean="0">
                <a:solidFill>
                  <a:srgbClr val="FF0000"/>
                </a:solidFill>
              </a:rPr>
              <a:t>%; , </a:t>
            </a:r>
            <a:r>
              <a:rPr lang="en-US" altLang="ko-KR" sz="2800" dirty="0">
                <a:solidFill>
                  <a:srgbClr val="FF0000"/>
                </a:solidFill>
              </a:rPr>
              <a:t>height: auto; </a:t>
            </a:r>
            <a:r>
              <a:rPr lang="en-US" altLang="ko-KR" sz="2800" dirty="0" smtClean="0">
                <a:solidFill>
                  <a:srgbClr val="FF0000"/>
                </a:solidFill>
              </a:rPr>
              <a:t>,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display: </a:t>
            </a:r>
            <a:r>
              <a:rPr lang="en-US" altLang="ko-KR" sz="2800" dirty="0">
                <a:solidFill>
                  <a:srgbClr val="FF0000"/>
                </a:solidFill>
              </a:rPr>
              <a:t>block</a:t>
            </a:r>
            <a:r>
              <a:rPr lang="en-US" altLang="ko-KR" sz="2800" dirty="0" smtClean="0">
                <a:solidFill>
                  <a:srgbClr val="FF0000"/>
                </a:solidFill>
              </a:rPr>
              <a:t>; </a:t>
            </a:r>
            <a:r>
              <a:rPr lang="ko-KR" altLang="en-US" sz="2800" dirty="0" smtClean="0"/>
              <a:t>스타일이 </a:t>
            </a:r>
            <a:r>
              <a:rPr lang="ko-KR" altLang="en-US" sz="2800" dirty="0"/>
              <a:t>들어가 있다</a:t>
            </a:r>
            <a:r>
              <a:rPr lang="en-US" altLang="ko-KR" sz="2800" dirty="0"/>
              <a:t>.</a:t>
            </a:r>
            <a:endParaRPr lang="en-US" altLang="ko-KR" sz="2800" dirty="0" smtClean="0"/>
          </a:p>
          <a:p>
            <a:endParaRPr lang="en-US" altLang="ko-KR" sz="2800" dirty="0"/>
          </a:p>
          <a:p>
            <a:r>
              <a:rPr lang="en-US" altLang="ko-KR" sz="2800" dirty="0" smtClean="0"/>
              <a:t>3. </a:t>
            </a:r>
            <a:r>
              <a:rPr lang="en-US" altLang="ko-KR" sz="2800" dirty="0"/>
              <a:t>.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/>
              <a:t> 를 사용한 이미지를 가운데 두기 위해서</a:t>
            </a:r>
            <a:r>
              <a:rPr lang="en-US" altLang="ko-KR" sz="2800" dirty="0"/>
              <a:t>, .text-center</a:t>
            </a:r>
            <a:r>
              <a:rPr lang="ko-KR" altLang="en-US" sz="2800" dirty="0"/>
              <a:t> </a:t>
            </a:r>
            <a:endParaRPr lang="en-US" altLang="ko-KR" sz="2800" dirty="0" smtClean="0"/>
          </a:p>
          <a:p>
            <a:r>
              <a:rPr lang="ko-KR" altLang="en-US" sz="2800" dirty="0" smtClean="0"/>
              <a:t>대신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center-block</a:t>
            </a:r>
            <a:r>
              <a:rPr lang="ko-KR" altLang="en-US" sz="2800" dirty="0">
                <a:solidFill>
                  <a:srgbClr val="FF0000"/>
                </a:solidFill>
              </a:rPr>
              <a:t> </a:t>
            </a:r>
            <a:r>
              <a:rPr lang="ko-KR" altLang="en-US" sz="2800" dirty="0"/>
              <a:t>클래스명을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 smtClean="0"/>
              <a:t>4. </a:t>
            </a:r>
            <a:r>
              <a:rPr lang="en-US" altLang="ko-KR" sz="2800" dirty="0" err="1" smtClean="0"/>
              <a:t>img</a:t>
            </a:r>
            <a:r>
              <a:rPr lang="ko-KR" altLang="en-US" sz="2800" dirty="0" smtClean="0"/>
              <a:t>태그를 사용하지 않고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를 활용하여 이미지를 넣으려면 </a:t>
            </a:r>
            <a:r>
              <a:rPr lang="en-US" altLang="ko-KR" sz="2800" dirty="0" smtClean="0"/>
              <a:t>div</a:t>
            </a:r>
            <a:r>
              <a:rPr lang="ko-KR" altLang="en-US" sz="2800" dirty="0" smtClean="0"/>
              <a:t>에 </a:t>
            </a:r>
            <a:endParaRPr lang="en-US" altLang="ko-KR" sz="2800" dirty="0" smtClean="0"/>
          </a:p>
          <a:p>
            <a:r>
              <a:rPr lang="en-US" altLang="ko-KR" sz="2800" dirty="0" smtClean="0"/>
              <a:t>.</a:t>
            </a:r>
            <a:r>
              <a:rPr lang="en-US" altLang="ko-KR" sz="2800" dirty="0" err="1" smtClean="0"/>
              <a:t>img</a:t>
            </a:r>
            <a:r>
              <a:rPr lang="en-US" altLang="ko-KR" sz="2800" dirty="0" smtClean="0"/>
              <a:t>-responsive </a:t>
            </a:r>
            <a:r>
              <a:rPr lang="ko-KR" altLang="en-US" sz="2800" dirty="0" smtClean="0"/>
              <a:t>클래스명을 사용하고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에서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background-image, 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height</a:t>
            </a:r>
            <a:r>
              <a:rPr lang="ko-KR" altLang="en-US" sz="2800" dirty="0" smtClean="0">
                <a:solidFill>
                  <a:srgbClr val="FF0000"/>
                </a:solidFill>
              </a:rPr>
              <a:t>와 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background-size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설정을 한다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616287" y="489605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8399662" y="1387730"/>
            <a:ext cx="257313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439894" y="2687140"/>
            <a:ext cx="295976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598652" y="2687140"/>
            <a:ext cx="218164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66318" y="3085341"/>
            <a:ext cx="2452819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235657" y="4360689"/>
            <a:ext cx="2060995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699741" y="5636036"/>
            <a:ext cx="315274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79457" y="6096326"/>
            <a:ext cx="110387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854487" y="6096326"/>
            <a:ext cx="291001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23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66318" y="1291886"/>
            <a:ext cx="1180541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 smtClean="0"/>
              <a:t>부트스트랩의 이미지들은 해당요소에 클래스명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 err="1" smtClean="0">
                <a:solidFill>
                  <a:srgbClr val="FF0000"/>
                </a:solidFill>
              </a:rPr>
              <a:t>img</a:t>
            </a:r>
            <a:r>
              <a:rPr lang="en-US" altLang="ko-KR" sz="2800" dirty="0" smtClean="0">
                <a:solidFill>
                  <a:srgbClr val="FF0000"/>
                </a:solidFill>
              </a:rPr>
              <a:t>-responsive</a:t>
            </a:r>
            <a:r>
              <a:rPr lang="ko-KR" altLang="en-US" sz="2800" dirty="0" smtClean="0"/>
              <a:t>를</a:t>
            </a:r>
            <a:endParaRPr lang="en-US" altLang="ko-KR" sz="2800" dirty="0" smtClean="0"/>
          </a:p>
          <a:p>
            <a:r>
              <a:rPr lang="ko-KR" altLang="en-US" sz="2800" dirty="0" smtClean="0"/>
              <a:t>사용하여 반응형으로 만들 수 있다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/>
              <a:t>2. 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 smtClean="0"/>
              <a:t>클래스명에는 </a:t>
            </a:r>
            <a:r>
              <a:rPr lang="en-US" altLang="ko-KR" sz="2800" dirty="0">
                <a:solidFill>
                  <a:srgbClr val="FF0000"/>
                </a:solidFill>
              </a:rPr>
              <a:t>max-width: 100</a:t>
            </a:r>
            <a:r>
              <a:rPr lang="en-US" altLang="ko-KR" sz="2800" dirty="0" smtClean="0">
                <a:solidFill>
                  <a:srgbClr val="FF0000"/>
                </a:solidFill>
              </a:rPr>
              <a:t>%; , </a:t>
            </a:r>
            <a:r>
              <a:rPr lang="en-US" altLang="ko-KR" sz="2800" dirty="0">
                <a:solidFill>
                  <a:srgbClr val="FF0000"/>
                </a:solidFill>
              </a:rPr>
              <a:t>height: auto; </a:t>
            </a:r>
            <a:r>
              <a:rPr lang="en-US" altLang="ko-KR" sz="2800" dirty="0" smtClean="0">
                <a:solidFill>
                  <a:srgbClr val="FF0000"/>
                </a:solidFill>
              </a:rPr>
              <a:t>,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display: </a:t>
            </a:r>
            <a:r>
              <a:rPr lang="en-US" altLang="ko-KR" sz="2800" dirty="0">
                <a:solidFill>
                  <a:srgbClr val="FF0000"/>
                </a:solidFill>
              </a:rPr>
              <a:t>block</a:t>
            </a:r>
            <a:r>
              <a:rPr lang="en-US" altLang="ko-KR" sz="2800" dirty="0" smtClean="0">
                <a:solidFill>
                  <a:srgbClr val="FF0000"/>
                </a:solidFill>
              </a:rPr>
              <a:t>; </a:t>
            </a:r>
            <a:r>
              <a:rPr lang="ko-KR" altLang="en-US" sz="2800" dirty="0" smtClean="0"/>
              <a:t>스타일이 </a:t>
            </a:r>
            <a:r>
              <a:rPr lang="ko-KR" altLang="en-US" sz="2800" dirty="0"/>
              <a:t>들어가 있다</a:t>
            </a:r>
            <a:r>
              <a:rPr lang="en-US" altLang="ko-KR" sz="2800" dirty="0"/>
              <a:t>.</a:t>
            </a:r>
            <a:endParaRPr lang="en-US" altLang="ko-KR" sz="2800" dirty="0" smtClean="0"/>
          </a:p>
          <a:p>
            <a:endParaRPr lang="en-US" altLang="ko-KR" sz="2800" dirty="0"/>
          </a:p>
          <a:p>
            <a:r>
              <a:rPr lang="en-US" altLang="ko-KR" sz="2800" dirty="0" smtClean="0"/>
              <a:t>3. </a:t>
            </a:r>
            <a:r>
              <a:rPr lang="en-US" altLang="ko-KR" sz="2800" dirty="0"/>
              <a:t>.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/>
              <a:t> 를 사용한 이미지를 가운데 두기 위해서</a:t>
            </a:r>
            <a:r>
              <a:rPr lang="en-US" altLang="ko-KR" sz="2800" dirty="0"/>
              <a:t>, .text-center</a:t>
            </a:r>
            <a:r>
              <a:rPr lang="ko-KR" altLang="en-US" sz="2800" dirty="0"/>
              <a:t> </a:t>
            </a:r>
            <a:endParaRPr lang="en-US" altLang="ko-KR" sz="2800" dirty="0" smtClean="0"/>
          </a:p>
          <a:p>
            <a:r>
              <a:rPr lang="ko-KR" altLang="en-US" sz="2800" dirty="0" smtClean="0"/>
              <a:t>대신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center-block</a:t>
            </a:r>
            <a:r>
              <a:rPr lang="ko-KR" altLang="en-US" sz="2800" dirty="0">
                <a:solidFill>
                  <a:srgbClr val="FF0000"/>
                </a:solidFill>
              </a:rPr>
              <a:t> </a:t>
            </a:r>
            <a:r>
              <a:rPr lang="ko-KR" altLang="en-US" sz="2800" dirty="0"/>
              <a:t>클래스명을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 smtClean="0"/>
              <a:t>4. </a:t>
            </a:r>
            <a:r>
              <a:rPr lang="en-US" altLang="ko-KR" sz="2800" dirty="0" err="1" smtClean="0"/>
              <a:t>img</a:t>
            </a:r>
            <a:r>
              <a:rPr lang="ko-KR" altLang="en-US" sz="2800" dirty="0" smtClean="0"/>
              <a:t>태그를 사용하지 않고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를 활용하여 이미지를 넣으려면 </a:t>
            </a:r>
            <a:r>
              <a:rPr lang="en-US" altLang="ko-KR" sz="2800" dirty="0" smtClean="0"/>
              <a:t>div</a:t>
            </a:r>
            <a:r>
              <a:rPr lang="ko-KR" altLang="en-US" sz="2800" dirty="0" smtClean="0"/>
              <a:t>에 </a:t>
            </a:r>
            <a:endParaRPr lang="en-US" altLang="ko-KR" sz="2800" dirty="0" smtClean="0"/>
          </a:p>
          <a:p>
            <a:r>
              <a:rPr lang="en-US" altLang="ko-KR" sz="2800" dirty="0" smtClean="0"/>
              <a:t>.</a:t>
            </a:r>
            <a:r>
              <a:rPr lang="en-US" altLang="ko-KR" sz="2800" dirty="0" err="1" smtClean="0"/>
              <a:t>img</a:t>
            </a:r>
            <a:r>
              <a:rPr lang="en-US" altLang="ko-KR" sz="2800" dirty="0" smtClean="0"/>
              <a:t>-responsive </a:t>
            </a:r>
            <a:r>
              <a:rPr lang="ko-KR" altLang="en-US" sz="2800" dirty="0" smtClean="0"/>
              <a:t>클래스명을 사용하고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에서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background-image, 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height</a:t>
            </a:r>
            <a:r>
              <a:rPr lang="ko-KR" altLang="en-US" sz="2800" dirty="0" smtClean="0">
                <a:solidFill>
                  <a:srgbClr val="FF0000"/>
                </a:solidFill>
              </a:rPr>
              <a:t>와 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background-size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설정을 한다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616287" y="489605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8399662" y="1387730"/>
            <a:ext cx="257313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439894" y="2687140"/>
            <a:ext cx="295976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598652" y="2687140"/>
            <a:ext cx="218164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66318" y="3085341"/>
            <a:ext cx="2452819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235657" y="4360689"/>
            <a:ext cx="2060995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699741" y="5636036"/>
            <a:ext cx="315274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79457" y="6096326"/>
            <a:ext cx="110387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854487" y="6096326"/>
            <a:ext cx="291001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16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66318" y="1291886"/>
            <a:ext cx="1180541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 smtClean="0"/>
              <a:t>부트스트랩의 이미지들은 해당요소에 클래스명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 err="1" smtClean="0">
                <a:solidFill>
                  <a:srgbClr val="FF0000"/>
                </a:solidFill>
              </a:rPr>
              <a:t>img</a:t>
            </a:r>
            <a:r>
              <a:rPr lang="en-US" altLang="ko-KR" sz="2800" dirty="0" smtClean="0">
                <a:solidFill>
                  <a:srgbClr val="FF0000"/>
                </a:solidFill>
              </a:rPr>
              <a:t>-responsive</a:t>
            </a:r>
            <a:r>
              <a:rPr lang="ko-KR" altLang="en-US" sz="2800" dirty="0" smtClean="0"/>
              <a:t>를</a:t>
            </a:r>
            <a:endParaRPr lang="en-US" altLang="ko-KR" sz="2800" dirty="0" smtClean="0"/>
          </a:p>
          <a:p>
            <a:r>
              <a:rPr lang="ko-KR" altLang="en-US" sz="2800" dirty="0" smtClean="0"/>
              <a:t>사용하여 반응형으로 만들 수 있다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/>
              <a:t>2. 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 smtClean="0"/>
              <a:t>클래스명에는 </a:t>
            </a:r>
            <a:r>
              <a:rPr lang="en-US" altLang="ko-KR" sz="2800" dirty="0">
                <a:solidFill>
                  <a:srgbClr val="FF0000"/>
                </a:solidFill>
              </a:rPr>
              <a:t>max-width: 100</a:t>
            </a:r>
            <a:r>
              <a:rPr lang="en-US" altLang="ko-KR" sz="2800" dirty="0" smtClean="0">
                <a:solidFill>
                  <a:srgbClr val="FF0000"/>
                </a:solidFill>
              </a:rPr>
              <a:t>%; , </a:t>
            </a:r>
            <a:r>
              <a:rPr lang="en-US" altLang="ko-KR" sz="2800" dirty="0">
                <a:solidFill>
                  <a:srgbClr val="FF0000"/>
                </a:solidFill>
              </a:rPr>
              <a:t>height: auto; </a:t>
            </a:r>
            <a:r>
              <a:rPr lang="en-US" altLang="ko-KR" sz="2800" dirty="0" smtClean="0">
                <a:solidFill>
                  <a:srgbClr val="FF0000"/>
                </a:solidFill>
              </a:rPr>
              <a:t>,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display: </a:t>
            </a:r>
            <a:r>
              <a:rPr lang="en-US" altLang="ko-KR" sz="2800" dirty="0">
                <a:solidFill>
                  <a:srgbClr val="FF0000"/>
                </a:solidFill>
              </a:rPr>
              <a:t>block</a:t>
            </a:r>
            <a:r>
              <a:rPr lang="en-US" altLang="ko-KR" sz="2800" dirty="0" smtClean="0">
                <a:solidFill>
                  <a:srgbClr val="FF0000"/>
                </a:solidFill>
              </a:rPr>
              <a:t>; </a:t>
            </a:r>
            <a:r>
              <a:rPr lang="ko-KR" altLang="en-US" sz="2800" dirty="0" smtClean="0"/>
              <a:t>스타일이 </a:t>
            </a:r>
            <a:r>
              <a:rPr lang="ko-KR" altLang="en-US" sz="2800" dirty="0"/>
              <a:t>들어가 있다</a:t>
            </a:r>
            <a:r>
              <a:rPr lang="en-US" altLang="ko-KR" sz="2800" dirty="0"/>
              <a:t>.</a:t>
            </a:r>
            <a:endParaRPr lang="en-US" altLang="ko-KR" sz="2800" dirty="0" smtClean="0"/>
          </a:p>
          <a:p>
            <a:endParaRPr lang="en-US" altLang="ko-KR" sz="2800" dirty="0"/>
          </a:p>
          <a:p>
            <a:r>
              <a:rPr lang="en-US" altLang="ko-KR" sz="2800" dirty="0" smtClean="0"/>
              <a:t>3. </a:t>
            </a:r>
            <a:r>
              <a:rPr lang="en-US" altLang="ko-KR" sz="2800" dirty="0"/>
              <a:t>.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/>
              <a:t> 를 사용한 이미지를 가운데 두기 위해서</a:t>
            </a:r>
            <a:r>
              <a:rPr lang="en-US" altLang="ko-KR" sz="2800" dirty="0"/>
              <a:t>, .text-center</a:t>
            </a:r>
            <a:r>
              <a:rPr lang="ko-KR" altLang="en-US" sz="2800" dirty="0"/>
              <a:t> </a:t>
            </a:r>
            <a:endParaRPr lang="en-US" altLang="ko-KR" sz="2800" dirty="0" smtClean="0"/>
          </a:p>
          <a:p>
            <a:r>
              <a:rPr lang="ko-KR" altLang="en-US" sz="2800" dirty="0" smtClean="0"/>
              <a:t>대신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center-block</a:t>
            </a:r>
            <a:r>
              <a:rPr lang="ko-KR" altLang="en-US" sz="2800" dirty="0">
                <a:solidFill>
                  <a:srgbClr val="FF0000"/>
                </a:solidFill>
              </a:rPr>
              <a:t> </a:t>
            </a:r>
            <a:r>
              <a:rPr lang="ko-KR" altLang="en-US" sz="2800" dirty="0"/>
              <a:t>클래스명을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 smtClean="0"/>
              <a:t>4. </a:t>
            </a:r>
            <a:r>
              <a:rPr lang="en-US" altLang="ko-KR" sz="2800" dirty="0" err="1" smtClean="0"/>
              <a:t>img</a:t>
            </a:r>
            <a:r>
              <a:rPr lang="ko-KR" altLang="en-US" sz="2800" dirty="0" smtClean="0"/>
              <a:t>태그를 사용하지 않고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를 활용하여 이미지를 넣으려면 </a:t>
            </a:r>
            <a:r>
              <a:rPr lang="en-US" altLang="ko-KR" sz="2800" dirty="0" smtClean="0"/>
              <a:t>div</a:t>
            </a:r>
            <a:r>
              <a:rPr lang="ko-KR" altLang="en-US" sz="2800" dirty="0" smtClean="0"/>
              <a:t>에 </a:t>
            </a:r>
            <a:endParaRPr lang="en-US" altLang="ko-KR" sz="2800" dirty="0" smtClean="0"/>
          </a:p>
          <a:p>
            <a:r>
              <a:rPr lang="en-US" altLang="ko-KR" sz="2800" dirty="0" smtClean="0"/>
              <a:t>.</a:t>
            </a:r>
            <a:r>
              <a:rPr lang="en-US" altLang="ko-KR" sz="2800" dirty="0" err="1" smtClean="0"/>
              <a:t>img</a:t>
            </a:r>
            <a:r>
              <a:rPr lang="en-US" altLang="ko-KR" sz="2800" dirty="0" smtClean="0"/>
              <a:t>-responsive </a:t>
            </a:r>
            <a:r>
              <a:rPr lang="ko-KR" altLang="en-US" sz="2800" dirty="0" smtClean="0"/>
              <a:t>클래스명을 사용하고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에서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background-image, 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height</a:t>
            </a:r>
            <a:r>
              <a:rPr lang="ko-KR" altLang="en-US" sz="2800" dirty="0" smtClean="0">
                <a:solidFill>
                  <a:srgbClr val="FF0000"/>
                </a:solidFill>
              </a:rPr>
              <a:t>와 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background-size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설정을 한다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616287" y="489605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8399662" y="1387730"/>
            <a:ext cx="257313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439894" y="2687140"/>
            <a:ext cx="295976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598652" y="2687140"/>
            <a:ext cx="218164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66318" y="3085341"/>
            <a:ext cx="2452819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235657" y="4360689"/>
            <a:ext cx="2060995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699741" y="5636036"/>
            <a:ext cx="315274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79457" y="6096326"/>
            <a:ext cx="110387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854487" y="6096326"/>
            <a:ext cx="291001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6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66318" y="1291886"/>
            <a:ext cx="1180541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 smtClean="0"/>
              <a:t>부트스트랩의 이미지들은 해당요소에 클래스명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 err="1" smtClean="0">
                <a:solidFill>
                  <a:srgbClr val="FF0000"/>
                </a:solidFill>
              </a:rPr>
              <a:t>img</a:t>
            </a:r>
            <a:r>
              <a:rPr lang="en-US" altLang="ko-KR" sz="2800" dirty="0" smtClean="0">
                <a:solidFill>
                  <a:srgbClr val="FF0000"/>
                </a:solidFill>
              </a:rPr>
              <a:t>-responsive</a:t>
            </a:r>
            <a:r>
              <a:rPr lang="ko-KR" altLang="en-US" sz="2800" dirty="0" smtClean="0"/>
              <a:t>를</a:t>
            </a:r>
            <a:endParaRPr lang="en-US" altLang="ko-KR" sz="2800" dirty="0" smtClean="0"/>
          </a:p>
          <a:p>
            <a:r>
              <a:rPr lang="ko-KR" altLang="en-US" sz="2800" dirty="0" smtClean="0"/>
              <a:t>사용하여 반응형으로 만들 수 있다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/>
              <a:t>2. 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 smtClean="0"/>
              <a:t>클래스명에는 </a:t>
            </a:r>
            <a:r>
              <a:rPr lang="en-US" altLang="ko-KR" sz="2800" dirty="0">
                <a:solidFill>
                  <a:srgbClr val="FF0000"/>
                </a:solidFill>
              </a:rPr>
              <a:t>max-width: 100</a:t>
            </a:r>
            <a:r>
              <a:rPr lang="en-US" altLang="ko-KR" sz="2800" dirty="0" smtClean="0">
                <a:solidFill>
                  <a:srgbClr val="FF0000"/>
                </a:solidFill>
              </a:rPr>
              <a:t>%; , </a:t>
            </a:r>
            <a:r>
              <a:rPr lang="en-US" altLang="ko-KR" sz="2800" dirty="0">
                <a:solidFill>
                  <a:srgbClr val="FF0000"/>
                </a:solidFill>
              </a:rPr>
              <a:t>height: auto; </a:t>
            </a:r>
            <a:r>
              <a:rPr lang="en-US" altLang="ko-KR" sz="2800" dirty="0" smtClean="0">
                <a:solidFill>
                  <a:srgbClr val="FF0000"/>
                </a:solidFill>
              </a:rPr>
              <a:t>,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display: </a:t>
            </a:r>
            <a:r>
              <a:rPr lang="en-US" altLang="ko-KR" sz="2800" dirty="0">
                <a:solidFill>
                  <a:srgbClr val="FF0000"/>
                </a:solidFill>
              </a:rPr>
              <a:t>block</a:t>
            </a:r>
            <a:r>
              <a:rPr lang="en-US" altLang="ko-KR" sz="2800" dirty="0" smtClean="0">
                <a:solidFill>
                  <a:srgbClr val="FF0000"/>
                </a:solidFill>
              </a:rPr>
              <a:t>; </a:t>
            </a:r>
            <a:r>
              <a:rPr lang="ko-KR" altLang="en-US" sz="2800" dirty="0" smtClean="0"/>
              <a:t>스타일이 </a:t>
            </a:r>
            <a:r>
              <a:rPr lang="ko-KR" altLang="en-US" sz="2800" dirty="0"/>
              <a:t>들어가 있다</a:t>
            </a:r>
            <a:r>
              <a:rPr lang="en-US" altLang="ko-KR" sz="2800" dirty="0"/>
              <a:t>.</a:t>
            </a:r>
            <a:endParaRPr lang="en-US" altLang="ko-KR" sz="2800" dirty="0" smtClean="0"/>
          </a:p>
          <a:p>
            <a:endParaRPr lang="en-US" altLang="ko-KR" sz="2800" dirty="0"/>
          </a:p>
          <a:p>
            <a:r>
              <a:rPr lang="en-US" altLang="ko-KR" sz="2800" dirty="0" smtClean="0"/>
              <a:t>3. </a:t>
            </a:r>
            <a:r>
              <a:rPr lang="en-US" altLang="ko-KR" sz="2800" dirty="0"/>
              <a:t>.</a:t>
            </a:r>
            <a:r>
              <a:rPr lang="en-US" altLang="ko-KR" sz="2800" dirty="0" err="1"/>
              <a:t>img</a:t>
            </a:r>
            <a:r>
              <a:rPr lang="en-US" altLang="ko-KR" sz="2800" dirty="0"/>
              <a:t>-responsive</a:t>
            </a:r>
            <a:r>
              <a:rPr lang="ko-KR" altLang="en-US" sz="2800" dirty="0"/>
              <a:t> 를 사용한 이미지를 가운데 두기 위해서</a:t>
            </a:r>
            <a:r>
              <a:rPr lang="en-US" altLang="ko-KR" sz="2800" dirty="0"/>
              <a:t>, .text-center</a:t>
            </a:r>
            <a:r>
              <a:rPr lang="ko-KR" altLang="en-US" sz="2800" dirty="0"/>
              <a:t> </a:t>
            </a:r>
            <a:endParaRPr lang="en-US" altLang="ko-KR" sz="2800" dirty="0" smtClean="0"/>
          </a:p>
          <a:p>
            <a:r>
              <a:rPr lang="ko-KR" altLang="en-US" sz="2800" dirty="0" smtClean="0"/>
              <a:t>대신</a:t>
            </a:r>
            <a:r>
              <a:rPr lang="ko-KR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center-block</a:t>
            </a:r>
            <a:r>
              <a:rPr lang="ko-KR" altLang="en-US" sz="2800" dirty="0">
                <a:solidFill>
                  <a:srgbClr val="FF0000"/>
                </a:solidFill>
              </a:rPr>
              <a:t> </a:t>
            </a:r>
            <a:r>
              <a:rPr lang="ko-KR" altLang="en-US" sz="2800" dirty="0"/>
              <a:t>클래스명을 사용한다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 smtClean="0"/>
              <a:t>4. </a:t>
            </a:r>
            <a:r>
              <a:rPr lang="en-US" altLang="ko-KR" sz="2800" dirty="0" err="1" smtClean="0"/>
              <a:t>img</a:t>
            </a:r>
            <a:r>
              <a:rPr lang="ko-KR" altLang="en-US" sz="2800" dirty="0" smtClean="0"/>
              <a:t>태그를 사용하지 않고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를 활용하여 이미지를 넣으려면 </a:t>
            </a:r>
            <a:r>
              <a:rPr lang="en-US" altLang="ko-KR" sz="2800" dirty="0" smtClean="0"/>
              <a:t>div</a:t>
            </a:r>
            <a:r>
              <a:rPr lang="ko-KR" altLang="en-US" sz="2800" dirty="0" smtClean="0"/>
              <a:t>에 </a:t>
            </a:r>
            <a:endParaRPr lang="en-US" altLang="ko-KR" sz="2800" dirty="0" smtClean="0"/>
          </a:p>
          <a:p>
            <a:r>
              <a:rPr lang="en-US" altLang="ko-KR" sz="2800" dirty="0" smtClean="0"/>
              <a:t>.</a:t>
            </a:r>
            <a:r>
              <a:rPr lang="en-US" altLang="ko-KR" sz="2800" dirty="0" err="1" smtClean="0"/>
              <a:t>img</a:t>
            </a:r>
            <a:r>
              <a:rPr lang="en-US" altLang="ko-KR" sz="2800" dirty="0" smtClean="0"/>
              <a:t>-responsive </a:t>
            </a:r>
            <a:r>
              <a:rPr lang="ko-KR" altLang="en-US" sz="2800" dirty="0" smtClean="0"/>
              <a:t>클래스명을 사용하고 </a:t>
            </a:r>
            <a:r>
              <a:rPr lang="en-US" altLang="ko-KR" sz="2800" dirty="0" smtClean="0"/>
              <a:t>css</a:t>
            </a:r>
            <a:r>
              <a:rPr lang="ko-KR" altLang="en-US" sz="2800" dirty="0" smtClean="0"/>
              <a:t>에서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background-image, </a:t>
            </a:r>
          </a:p>
          <a:p>
            <a:r>
              <a:rPr lang="en-US" altLang="ko-KR" sz="2800" dirty="0" smtClean="0">
                <a:solidFill>
                  <a:srgbClr val="FF0000"/>
                </a:solidFill>
              </a:rPr>
              <a:t>height</a:t>
            </a:r>
            <a:r>
              <a:rPr lang="ko-KR" altLang="en-US" sz="2800" dirty="0" smtClean="0">
                <a:solidFill>
                  <a:srgbClr val="FF0000"/>
                </a:solidFill>
              </a:rPr>
              <a:t>와  </a:t>
            </a:r>
            <a:r>
              <a:rPr lang="en-US" altLang="ko-KR" sz="2800" dirty="0" smtClean="0">
                <a:solidFill>
                  <a:srgbClr val="FF0000"/>
                </a:solidFill>
              </a:rPr>
              <a:t>background-size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설정을 한다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616287" y="489605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8423725" y="1387730"/>
            <a:ext cx="257313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439894" y="2687140"/>
            <a:ext cx="295976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598652" y="2687140"/>
            <a:ext cx="218164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66318" y="3085341"/>
            <a:ext cx="2452819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235657" y="4360689"/>
            <a:ext cx="2060995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747867" y="5636036"/>
            <a:ext cx="315274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27583" y="6096326"/>
            <a:ext cx="110387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854487" y="6096326"/>
            <a:ext cx="291001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22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JAVASCRIPT</a:t>
            </a:r>
            <a:endParaRPr lang="ko-KR" altLang="en-US"/>
          </a:p>
        </p:txBody>
      </p:sp>
      <p:pic>
        <p:nvPicPr>
          <p:cNvPr id="3075" name="Picture 3" descr="D:\camtasia\end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757" y="1702699"/>
            <a:ext cx="31718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49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360</Words>
  <Application>Microsoft Office PowerPoint</Application>
  <PresentationFormat>사용자 지정</PresentationFormat>
  <Paragraphs>115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JAVASCRIPT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Bootstrap</dc:title>
  <dc:creator>Media4th</dc:creator>
  <cp:lastModifiedBy>Windows 사용자</cp:lastModifiedBy>
  <cp:revision>157</cp:revision>
  <dcterms:created xsi:type="dcterms:W3CDTF">2014-03-13T01:44:49Z</dcterms:created>
  <dcterms:modified xsi:type="dcterms:W3CDTF">2020-04-18T06:57:09Z</dcterms:modified>
</cp:coreProperties>
</file>