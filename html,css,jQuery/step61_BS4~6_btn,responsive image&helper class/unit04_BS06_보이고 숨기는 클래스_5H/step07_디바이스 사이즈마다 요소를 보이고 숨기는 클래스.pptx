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9" r:id="rId2"/>
    <p:sldId id="288" r:id="rId3"/>
    <p:sldId id="378" r:id="rId4"/>
    <p:sldId id="403" r:id="rId5"/>
    <p:sldId id="408" r:id="rId6"/>
    <p:sldId id="414" r:id="rId7"/>
    <p:sldId id="415" r:id="rId8"/>
    <p:sldId id="375" r:id="rId9"/>
    <p:sldId id="416" r:id="rId10"/>
    <p:sldId id="417" r:id="rId11"/>
    <p:sldId id="29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66"/>
    <a:srgbClr val="0000FF"/>
    <a:srgbClr val="CC3399"/>
    <a:srgbClr val="FF9900"/>
    <a:srgbClr val="C04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21E93-87BE-444D-9E3B-7A43E638A883}" type="datetimeFigureOut">
              <a:rPr lang="ko-KR" altLang="en-US" smtClean="0"/>
              <a:pPr/>
              <a:t>2020-04-20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67AE7-43DC-4FA6-90CC-7E01D7BED6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24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B3E7D-C6EA-460E-9C03-0FEF5569814C}" type="datetime1">
              <a:rPr lang="ko-KR" altLang="en-US" smtClean="0"/>
              <a:pPr/>
              <a:t>2020-04-20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3" descr="C:\Users\User\Desktop\kimssamclass_logo2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24520" y="118538"/>
            <a:ext cx="1210963" cy="400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084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F08F-FA07-4967-ACE1-67A6EE72D9D1}" type="datetime1">
              <a:rPr lang="ko-KR" altLang="en-US" smtClean="0"/>
              <a:pPr/>
              <a:t>2020-04-20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84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FE15-A5D5-400D-B921-C7A942F817AD}" type="datetime1">
              <a:rPr lang="ko-KR" altLang="en-US" smtClean="0"/>
              <a:pPr/>
              <a:t>2020-04-20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0F109-416E-4491-8EA6-DD46932089E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Picture 3" descr="C:\Users\User\Desktop\kimssamclass_logo2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24520" y="118538"/>
            <a:ext cx="1210963" cy="400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651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F489-3674-4527-BDFF-4123E00D45F2}" type="datetime1">
              <a:rPr lang="ko-KR" altLang="en-US" smtClean="0"/>
              <a:pPr/>
              <a:t>2020-04-20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0F109-416E-4491-8EA6-DD46932089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51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9D00E-D773-49E7-AC7F-F8555A1FE3EA}" type="datetime1">
              <a:rPr lang="ko-KR" altLang="en-US" smtClean="0"/>
              <a:pPr/>
              <a:t>2020-04-20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42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672553" y="6379907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김세지 강사</a:t>
            </a:r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4081" y="2457618"/>
            <a:ext cx="9533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 smtClean="0">
                <a:latin typeface="나눔바른고딕" pitchFamily="50" charset="-127"/>
                <a:ea typeface="나눔바른고딕" pitchFamily="50" charset="-127"/>
              </a:rPr>
              <a:t>부트스트랩을 활용한 반응형 웹 만들기</a:t>
            </a:r>
            <a:endParaRPr lang="ko-KR" altLang="en-US" sz="48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0" name="Picture 4" descr="C:\Users\User\Desktop\lo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2415" y="1634290"/>
            <a:ext cx="3355975" cy="1079500"/>
          </a:xfrm>
          <a:prstGeom prst="rect">
            <a:avLst/>
          </a:prstGeom>
          <a:noFill/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31" y="3462383"/>
            <a:ext cx="2768469" cy="1471332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68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37927" y="2430798"/>
            <a:ext cx="10355720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 smtClean="0">
                <a:latin typeface="나눔바른고딕" pitchFamily="50" charset="-127"/>
                <a:ea typeface="나눔바른고딕" pitchFamily="50" charset="-127"/>
              </a:rPr>
              <a:t>STEP </a:t>
            </a:r>
            <a:r>
              <a:rPr lang="en-US" altLang="ko-KR" sz="3600" dirty="0" smtClean="0">
                <a:latin typeface="나눔바른고딕" pitchFamily="50" charset="-127"/>
                <a:ea typeface="나눔바른고딕" pitchFamily="50" charset="-127"/>
              </a:rPr>
              <a:t>07</a:t>
            </a:r>
            <a:endParaRPr lang="en-US" altLang="ko-KR" sz="3600" dirty="0" smtClean="0">
              <a:latin typeface="나눔바른고딕" pitchFamily="50" charset="-127"/>
              <a:ea typeface="나눔바른고딕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4000" dirty="0" smtClean="0">
                <a:latin typeface="나눔바른고딕" pitchFamily="50" charset="-127"/>
                <a:ea typeface="나눔바른고딕" pitchFamily="50" charset="-127"/>
              </a:rPr>
              <a:t>디바이스 사이즈마다 요소를 보이고 숨기는 클래스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52183" y="285005"/>
            <a:ext cx="1065894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요소를 보이고 숨기는 클래스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http://bootstrapk.com/css/#helper-classes-show-hide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65714" y="1497758"/>
            <a:ext cx="7080563" cy="50041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55214" y="285005"/>
            <a:ext cx="107964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원하는 기기에서만 보이고 숨기는 클래스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http://bootstrapk.com/css/#responsive-utilities-classes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8633" y="1623543"/>
            <a:ext cx="9187653" cy="46355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376400" y="921178"/>
            <a:ext cx="76431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visible-*, hidden-*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를 활용한 레이아웃 실습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데스크탑 이상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7" name="타원형 설명선 3"/>
          <p:cNvSpPr/>
          <p:nvPr/>
        </p:nvSpPr>
        <p:spPr>
          <a:xfrm rot="20600296" flipH="1">
            <a:off x="149421" y="253266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예제를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직접 </a:t>
            </a:r>
            <a:r>
              <a:rPr lang="ko-KR" altLang="en-US" dirty="0" err="1" smtClean="0"/>
              <a:t>따라해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보세요</a:t>
            </a:r>
            <a:endParaRPr lang="ko-KR" altLang="en-US" dirty="0"/>
          </a:p>
        </p:txBody>
      </p:sp>
      <p:pic>
        <p:nvPicPr>
          <p:cNvPr id="3074" name="Picture 2" descr="E:\☆lecture\unit06_BS06_부트스트랩 컴포넌트\03_1visible hide의 활용_데스크탑이상_selfEX.png"/>
          <p:cNvPicPr>
            <a:picLocks noChangeAspect="1" noChangeArrowheads="1"/>
          </p:cNvPicPr>
          <p:nvPr/>
        </p:nvPicPr>
        <p:blipFill>
          <a:blip r:embed="rId2"/>
          <a:srcRect l="6801" r="11074" b="17321"/>
          <a:stretch>
            <a:fillRect/>
          </a:stretch>
        </p:blipFill>
        <p:spPr bwMode="auto">
          <a:xfrm>
            <a:off x="1090310" y="2270704"/>
            <a:ext cx="10106526" cy="37674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470993" y="511275"/>
            <a:ext cx="76431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visible-*, hidden-*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를 활용한 레이아웃 실습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타블렛 일 때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7" name="타원형 설명선 3"/>
          <p:cNvSpPr/>
          <p:nvPr/>
        </p:nvSpPr>
        <p:spPr>
          <a:xfrm rot="20600296" flipH="1">
            <a:off x="149421" y="253266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예제를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직접 </a:t>
            </a:r>
            <a:r>
              <a:rPr lang="ko-KR" altLang="en-US" dirty="0" err="1" smtClean="0"/>
              <a:t>따라해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보세요</a:t>
            </a:r>
            <a:endParaRPr lang="ko-KR" altLang="en-US" dirty="0"/>
          </a:p>
        </p:txBody>
      </p:sp>
      <p:pic>
        <p:nvPicPr>
          <p:cNvPr id="4099" name="Picture 3" descr="E:\☆lecture\unit06_BS06_부트스트랩 컴포넌트\03_3visible hide의 활용_타블렛_selfEX.png"/>
          <p:cNvPicPr>
            <a:picLocks noChangeAspect="1" noChangeArrowheads="1"/>
          </p:cNvPicPr>
          <p:nvPr/>
        </p:nvPicPr>
        <p:blipFill>
          <a:blip r:embed="rId2"/>
          <a:srcRect b="13655"/>
          <a:stretch>
            <a:fillRect/>
          </a:stretch>
        </p:blipFill>
        <p:spPr bwMode="auto">
          <a:xfrm>
            <a:off x="2243849" y="1804233"/>
            <a:ext cx="8129861" cy="44862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392166" y="700460"/>
            <a:ext cx="76431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visible-*, hidden-*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를 활용한 레이아웃 실습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3200" dirty="0" err="1" smtClean="0">
                <a:latin typeface="나눔바른고딕" pitchFamily="50" charset="-127"/>
                <a:ea typeface="나눔바른고딕" pitchFamily="50" charset="-127"/>
              </a:rPr>
              <a:t>스마트폰</a:t>
            </a:r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 일 때</a:t>
            </a:r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)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7" name="타원형 설명선 3"/>
          <p:cNvSpPr/>
          <p:nvPr/>
        </p:nvSpPr>
        <p:spPr>
          <a:xfrm rot="20600296" flipH="1">
            <a:off x="149421" y="253266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예제를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직접 </a:t>
            </a:r>
            <a:r>
              <a:rPr lang="ko-KR" altLang="en-US" dirty="0" err="1" smtClean="0"/>
              <a:t>따라해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보세요</a:t>
            </a:r>
            <a:endParaRPr lang="ko-KR" altLang="en-US" dirty="0"/>
          </a:p>
        </p:txBody>
      </p:sp>
      <p:pic>
        <p:nvPicPr>
          <p:cNvPr id="4098" name="Picture 2" descr="E:\☆lecture\unit06_BS06_부트스트랩 컴포넌트\03_2visible hide의 활용_스마트폰_selfEX.png"/>
          <p:cNvPicPr>
            <a:picLocks noChangeAspect="1" noChangeArrowheads="1"/>
          </p:cNvPicPr>
          <p:nvPr/>
        </p:nvPicPr>
        <p:blipFill>
          <a:blip r:embed="rId2"/>
          <a:srcRect l="906" r="826" b="18167"/>
          <a:stretch>
            <a:fillRect/>
          </a:stretch>
        </p:blipFill>
        <p:spPr bwMode="auto">
          <a:xfrm>
            <a:off x="3279228" y="2063312"/>
            <a:ext cx="5628289" cy="39275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1553" y="2070822"/>
            <a:ext cx="1152751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 smtClean="0"/>
              <a:t>해당 요소가 다른 디바이스 사이즈의 화면에서는 보이지 않다가</a:t>
            </a:r>
            <a:endParaRPr lang="en-US" altLang="ko-KR" sz="2800" dirty="0" smtClean="0"/>
          </a:p>
          <a:p>
            <a:r>
              <a:rPr lang="ko-KR" altLang="en-US" sz="2800" dirty="0" smtClean="0"/>
              <a:t>타블렛에서만 보이도록 설정하려면 </a:t>
            </a:r>
            <a:r>
              <a:rPr lang="en-US" altLang="ko-KR" sz="2800" dirty="0" smtClean="0">
                <a:solidFill>
                  <a:srgbClr val="FF0000"/>
                </a:solidFill>
              </a:rPr>
              <a:t>.visible-md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클래스명을 해당요소</a:t>
            </a:r>
            <a:endParaRPr lang="en-US" altLang="ko-KR" sz="2800" dirty="0" smtClean="0"/>
          </a:p>
          <a:p>
            <a:r>
              <a:rPr lang="ko-KR" altLang="en-US" sz="2800" dirty="0" smtClean="0"/>
              <a:t>에 부여한다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 smtClean="0"/>
              <a:t>2. </a:t>
            </a:r>
            <a:r>
              <a:rPr lang="ko-KR" altLang="en-US" sz="2800" dirty="0" smtClean="0"/>
              <a:t>해당 요소가 다른 디바이스 사이즈에서는 보이는데 스마트폰 사이즈</a:t>
            </a:r>
            <a:endParaRPr lang="en-US" altLang="ko-KR" sz="2800" dirty="0" smtClean="0"/>
          </a:p>
          <a:p>
            <a:r>
              <a:rPr lang="ko-KR" altLang="en-US" sz="2800" dirty="0" smtClean="0"/>
              <a:t>에서만 보이지 않도록 설정하려면 </a:t>
            </a:r>
            <a:r>
              <a:rPr lang="en-US" altLang="ko-KR" sz="2800" dirty="0" smtClean="0">
                <a:solidFill>
                  <a:srgbClr val="FF0000"/>
                </a:solidFill>
              </a:rPr>
              <a:t>.hidden-xs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클래스명을 해당요소</a:t>
            </a:r>
            <a:endParaRPr lang="en-US" altLang="ko-KR" sz="2800" dirty="0" smtClean="0"/>
          </a:p>
          <a:p>
            <a:r>
              <a:rPr lang="ko-KR" altLang="en-US" sz="2800" dirty="0" smtClean="0"/>
              <a:t>에 부여한다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585857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105309" y="2585799"/>
            <a:ext cx="190000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5915627" y="4293829"/>
            <a:ext cx="1727275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3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1553" y="2070822"/>
            <a:ext cx="1152751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 smtClean="0"/>
              <a:t>해당 요소가 다른 디바이스 사이즈의 화면에서는 보이지 않다가</a:t>
            </a:r>
            <a:endParaRPr lang="en-US" altLang="ko-KR" sz="2800" dirty="0" smtClean="0"/>
          </a:p>
          <a:p>
            <a:r>
              <a:rPr lang="ko-KR" altLang="en-US" sz="2800" dirty="0" smtClean="0"/>
              <a:t>타블렛에서만 보이도록 설정하려면 </a:t>
            </a:r>
            <a:r>
              <a:rPr lang="en-US" altLang="ko-KR" sz="2800" dirty="0" smtClean="0">
                <a:solidFill>
                  <a:srgbClr val="FF0000"/>
                </a:solidFill>
              </a:rPr>
              <a:t>.visible-sm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클래스명을 해당요소</a:t>
            </a:r>
            <a:endParaRPr lang="en-US" altLang="ko-KR" sz="2800" dirty="0" smtClean="0"/>
          </a:p>
          <a:p>
            <a:r>
              <a:rPr lang="ko-KR" altLang="en-US" sz="2800" dirty="0" smtClean="0"/>
              <a:t>에 부여한다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 smtClean="0"/>
              <a:t>2. </a:t>
            </a:r>
            <a:r>
              <a:rPr lang="ko-KR" altLang="en-US" sz="2800" dirty="0" smtClean="0"/>
              <a:t>해당 요소가 다른 디바이스 사이즈에서는 보이는데 스마트폰 사이즈</a:t>
            </a:r>
            <a:endParaRPr lang="en-US" altLang="ko-KR" sz="2800" dirty="0" smtClean="0"/>
          </a:p>
          <a:p>
            <a:r>
              <a:rPr lang="ko-KR" altLang="en-US" sz="2800" dirty="0" smtClean="0"/>
              <a:t>에서만 보이지 않도록 설정하려면 </a:t>
            </a:r>
            <a:r>
              <a:rPr lang="en-US" altLang="ko-KR" sz="2800" dirty="0" smtClean="0">
                <a:solidFill>
                  <a:srgbClr val="FF0000"/>
                </a:solidFill>
              </a:rPr>
              <a:t>.hidden-xs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클래스명을 해당요소</a:t>
            </a:r>
            <a:endParaRPr lang="en-US" altLang="ko-KR" sz="2800" dirty="0" smtClean="0"/>
          </a:p>
          <a:p>
            <a:r>
              <a:rPr lang="ko-KR" altLang="en-US" sz="2800" dirty="0" smtClean="0"/>
              <a:t>에 부여한다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585857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105310" y="2585799"/>
            <a:ext cx="1761982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5915627" y="4293829"/>
            <a:ext cx="1727275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840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1553" y="2070822"/>
            <a:ext cx="1152751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 smtClean="0"/>
              <a:t>해당 요소가 다른 디바이스 사이즈의 화면에서는 보이지 않다가</a:t>
            </a:r>
            <a:endParaRPr lang="en-US" altLang="ko-KR" sz="2800" dirty="0" smtClean="0"/>
          </a:p>
          <a:p>
            <a:r>
              <a:rPr lang="ko-KR" altLang="en-US" sz="2800" dirty="0" smtClean="0"/>
              <a:t>타블렛에서만 보이도록 설정하려면 </a:t>
            </a:r>
            <a:r>
              <a:rPr lang="en-US" altLang="ko-KR" sz="2800" dirty="0" smtClean="0">
                <a:solidFill>
                  <a:srgbClr val="FF0000"/>
                </a:solidFill>
              </a:rPr>
              <a:t>.</a:t>
            </a:r>
            <a:r>
              <a:rPr lang="en-US" altLang="ko-KR" sz="2800" dirty="0">
                <a:solidFill>
                  <a:srgbClr val="FF0000"/>
                </a:solidFill>
              </a:rPr>
              <a:t>visible-sm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클래스명을 해당요소</a:t>
            </a:r>
            <a:endParaRPr lang="en-US" altLang="ko-KR" sz="2800" dirty="0" smtClean="0"/>
          </a:p>
          <a:p>
            <a:r>
              <a:rPr lang="ko-KR" altLang="en-US" sz="2800" dirty="0" smtClean="0"/>
              <a:t>에 부여한다</a:t>
            </a:r>
            <a:r>
              <a:rPr lang="en-US" altLang="ko-KR" sz="2800" dirty="0" smtClean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 smtClean="0"/>
              <a:t>2. </a:t>
            </a:r>
            <a:r>
              <a:rPr lang="ko-KR" altLang="en-US" sz="2800" dirty="0" smtClean="0"/>
              <a:t>해당 요소가 다른 디바이스 사이즈에서는 보이는데 스마트폰 사이즈</a:t>
            </a:r>
            <a:endParaRPr lang="en-US" altLang="ko-KR" sz="2800" dirty="0" smtClean="0"/>
          </a:p>
          <a:p>
            <a:r>
              <a:rPr lang="ko-KR" altLang="en-US" sz="2800" dirty="0" smtClean="0"/>
              <a:t>에서만 보이지 않도록 설정하려면 </a:t>
            </a:r>
            <a:r>
              <a:rPr lang="en-US" altLang="ko-KR" sz="2800" dirty="0" smtClean="0">
                <a:solidFill>
                  <a:srgbClr val="FF0000"/>
                </a:solidFill>
              </a:rPr>
              <a:t>.hidden-xs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클래스명을 해당요소</a:t>
            </a:r>
            <a:endParaRPr lang="en-US" altLang="ko-KR" sz="2800" dirty="0" smtClean="0"/>
          </a:p>
          <a:p>
            <a:r>
              <a:rPr lang="ko-KR" altLang="en-US" sz="2800" dirty="0" smtClean="0"/>
              <a:t>에 부여한다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585857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105310" y="2585799"/>
            <a:ext cx="1761982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5915627" y="4293829"/>
            <a:ext cx="1727275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72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JAVASCRIPT</a:t>
            </a:r>
            <a:endParaRPr lang="ko-KR" altLang="en-US"/>
          </a:p>
        </p:txBody>
      </p:sp>
      <p:pic>
        <p:nvPicPr>
          <p:cNvPr id="3075" name="Picture 3" descr="D:\camtasia\end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757" y="1702699"/>
            <a:ext cx="317182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49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1837</TotalTime>
  <Words>248</Words>
  <Application>Microsoft Office PowerPoint</Application>
  <PresentationFormat>사용자 지정</PresentationFormat>
  <Paragraphs>69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JAVASCRIPT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Bootstrap</dc:title>
  <dc:creator>Media4th</dc:creator>
  <cp:lastModifiedBy>Windows 사용자</cp:lastModifiedBy>
  <cp:revision>167</cp:revision>
  <dcterms:created xsi:type="dcterms:W3CDTF">2014-03-13T01:44:49Z</dcterms:created>
  <dcterms:modified xsi:type="dcterms:W3CDTF">2020-04-20T09:29:13Z</dcterms:modified>
</cp:coreProperties>
</file>